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01e0fa1089e4e42" /><Relationship Type="http://schemas.openxmlformats.org/officeDocument/2006/relationships/extended-properties" Target="/docProps/app.xml" Id="R6986520cb0f342df" /><Relationship Type="http://schemas.openxmlformats.org/officeDocument/2006/relationships/officeDocument" Target="/ppt/presentation.xml" Id="R412e31597e2b46ba" /></Relationships>
</file>

<file path=ppt/presentation.xml><?xml version="1.0" encoding="utf-8"?>
<p:presentation xmlns:p="http://schemas.openxmlformats.org/presentationml/2006/main">
  <p:sldMasterIdLst>
    <p:sldMasterId xmlns:r="http://schemas.openxmlformats.org/officeDocument/2006/relationships" id="2147483648" r:id="Re007128e7034494e"/>
  </p:sldMasterIdLst>
  <p:notesMasterIdLst>
    <p:notesMasterId xmlns:r="http://schemas.openxmlformats.org/officeDocument/2006/relationships" r:id="Rd98a36a0b0454575"/>
  </p:notesMasterIdLst>
  <p:sldIdLst>
    <p:sldId xmlns:r="http://schemas.openxmlformats.org/officeDocument/2006/relationships" id="256" r:id="Rfafd94fa2c484f94"/>
    <p:sldId xmlns:r="http://schemas.openxmlformats.org/officeDocument/2006/relationships" id="257" r:id="Ra9924c8b2dff49c1"/>
    <p:sldId xmlns:r="http://schemas.openxmlformats.org/officeDocument/2006/relationships" id="258" r:id="R8e1b9a9185b449e1"/>
    <p:sldId xmlns:r="http://schemas.openxmlformats.org/officeDocument/2006/relationships" id="259" r:id="Rbe9bb04313124530"/>
    <p:sldId xmlns:r="http://schemas.openxmlformats.org/officeDocument/2006/relationships" id="260" r:id="Red717fa2fca84216"/>
    <p:sldId xmlns:r="http://schemas.openxmlformats.org/officeDocument/2006/relationships" id="261" r:id="R856b676597874e22"/>
    <p:sldId xmlns:r="http://schemas.openxmlformats.org/officeDocument/2006/relationships" id="262" r:id="Rabb7b2d85d364815"/>
    <p:sldId xmlns:r="http://schemas.openxmlformats.org/officeDocument/2006/relationships" id="263" r:id="R9b66bd0ebd4a4472"/>
    <p:sldId xmlns:r="http://schemas.openxmlformats.org/officeDocument/2006/relationships" id="264" r:id="Rb300bfb61f224375"/>
    <p:sldId xmlns:r="http://schemas.openxmlformats.org/officeDocument/2006/relationships" id="265" r:id="Rf851338ac7c34e5a"/>
    <p:sldId xmlns:r="http://schemas.openxmlformats.org/officeDocument/2006/relationships" id="266" r:id="Re200ef3bee544c10"/>
    <p:sldId xmlns:r="http://schemas.openxmlformats.org/officeDocument/2006/relationships" id="267" r:id="Rcce3d3a890a744d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32e90109f9f40af" /><Relationship Type="http://schemas.openxmlformats.org/officeDocument/2006/relationships/slideMaster" Target="/ppt/slideMasters/slideMaster1.xml" Id="Re007128e7034494e" /><Relationship Type="http://schemas.openxmlformats.org/officeDocument/2006/relationships/notesMaster" Target="/ppt/notesMasters/notesMaster1.xml" Id="Rd98a36a0b0454575" /><Relationship Type="http://schemas.openxmlformats.org/officeDocument/2006/relationships/presProps" Target="/ppt/presProps.xml" Id="R69f710889bae43ce" /><Relationship Type="http://schemas.openxmlformats.org/officeDocument/2006/relationships/tableStyles" Target="/ppt/tableStyles.xml" Id="Rfbf333faf9494d59" /><Relationship Type="http://schemas.openxmlformats.org/officeDocument/2006/relationships/slide" Target="/ppt/slides/slide1.xml" Id="Rfafd94fa2c484f94" /><Relationship Type="http://schemas.openxmlformats.org/officeDocument/2006/relationships/slide" Target="/ppt/slides/slide2.xml" Id="Ra9924c8b2dff49c1" /><Relationship Type="http://schemas.openxmlformats.org/officeDocument/2006/relationships/slide" Target="/ppt/slides/slide3.xml" Id="R8e1b9a9185b449e1" /><Relationship Type="http://schemas.openxmlformats.org/officeDocument/2006/relationships/slide" Target="/ppt/slides/slide4.xml" Id="Rbe9bb04313124530" /><Relationship Type="http://schemas.openxmlformats.org/officeDocument/2006/relationships/slide" Target="/ppt/slides/slide5.xml" Id="Red717fa2fca84216" /><Relationship Type="http://schemas.openxmlformats.org/officeDocument/2006/relationships/slide" Target="/ppt/slides/slide6.xml" Id="R856b676597874e22" /><Relationship Type="http://schemas.openxmlformats.org/officeDocument/2006/relationships/slide" Target="/ppt/slides/slide7.xml" Id="Rabb7b2d85d364815" /><Relationship Type="http://schemas.openxmlformats.org/officeDocument/2006/relationships/slide" Target="/ppt/slides/slide8.xml" Id="R9b66bd0ebd4a4472" /><Relationship Type="http://schemas.openxmlformats.org/officeDocument/2006/relationships/slide" Target="/ppt/slides/slide9.xml" Id="Rb300bfb61f224375" /><Relationship Type="http://schemas.openxmlformats.org/officeDocument/2006/relationships/slide" Target="/ppt/slides/slide10.xml" Id="Rf851338ac7c34e5a" /><Relationship Type="http://schemas.openxmlformats.org/officeDocument/2006/relationships/slide" Target="/ppt/slides/slide11.xml" Id="Re200ef3bee544c10" /><Relationship Type="http://schemas.openxmlformats.org/officeDocument/2006/relationships/slide" Target="/ppt/slides/slide12.xml" Id="Rcce3d3a890a744d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623c6cd4c0242d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e8ef1022dd44454" /><Relationship Type="http://schemas.openxmlformats.org/officeDocument/2006/relationships/notesMaster" Target="/ppt/notesMasters/notesMaster1.xml" Id="Rd90e057fb081430f" /></Relationships>
</file>

<file path=ppt/notesSlides/_rels/notesSlide2.xml.rels>&#65279;<?xml version="1.0" encoding="utf-8"?><Relationships xmlns="http://schemas.openxmlformats.org/package/2006/relationships"><Relationship Type="http://schemas.openxmlformats.org/officeDocument/2006/relationships/slide" Target="/ppt/slides/slide2.xml" Id="Rcb567e5019524ce9" /><Relationship Type="http://schemas.openxmlformats.org/officeDocument/2006/relationships/notesMaster" Target="/ppt/notesMasters/notesMaster1.xml" Id="Rad13bb06bb55477c" /></Relationships>
</file>

<file path=ppt/notesSlides/_rels/notesSlide3.xml.rels>&#65279;<?xml version="1.0" encoding="utf-8"?><Relationships xmlns="http://schemas.openxmlformats.org/package/2006/relationships"><Relationship Type="http://schemas.openxmlformats.org/officeDocument/2006/relationships/slide" Target="/ppt/slides/slide3.xml" Id="R92a0bf9229484b83" /><Relationship Type="http://schemas.openxmlformats.org/officeDocument/2006/relationships/notesMaster" Target="/ppt/notesMasters/notesMaster1.xml" Id="Rdd91831af0f74d77" /></Relationships>
</file>

<file path=ppt/notesSlides/_rels/notesSlide4.xml.rels>&#65279;<?xml version="1.0" encoding="utf-8"?><Relationships xmlns="http://schemas.openxmlformats.org/package/2006/relationships"><Relationship Type="http://schemas.openxmlformats.org/officeDocument/2006/relationships/slide" Target="/ppt/slides/slide4.xml" Id="R6a26fd9115834725" /><Relationship Type="http://schemas.openxmlformats.org/officeDocument/2006/relationships/notesMaster" Target="/ppt/notesMasters/notesMaster1.xml" Id="R8cab12157efe4693" /></Relationships>
</file>

<file path=ppt/notesSlides/_rels/notesSlide5.xml.rels>&#65279;<?xml version="1.0" encoding="utf-8"?><Relationships xmlns="http://schemas.openxmlformats.org/package/2006/relationships"><Relationship Type="http://schemas.openxmlformats.org/officeDocument/2006/relationships/slide" Target="/ppt/slides/slide5.xml" Id="Rcd4a36342ae14bd2" /><Relationship Type="http://schemas.openxmlformats.org/officeDocument/2006/relationships/notesMaster" Target="/ppt/notesMasters/notesMaster1.xml" Id="R7b1f5f497b304d4f" /></Relationships>
</file>

<file path=ppt/notesSlides/_rels/notesSlide6.xml.rels>&#65279;<?xml version="1.0" encoding="utf-8"?><Relationships xmlns="http://schemas.openxmlformats.org/package/2006/relationships"><Relationship Type="http://schemas.openxmlformats.org/officeDocument/2006/relationships/slide" Target="/ppt/slides/slide6.xml" Id="R59ddfd624e684b1f" /><Relationship Type="http://schemas.openxmlformats.org/officeDocument/2006/relationships/notesMaster" Target="/ppt/notesMasters/notesMaster1.xml" Id="Rea4b3512ab394c08" /></Relationships>
</file>

<file path=ppt/notesSlides/_rels/notesSlide7.xml.rels>&#65279;<?xml version="1.0" encoding="utf-8"?><Relationships xmlns="http://schemas.openxmlformats.org/package/2006/relationships"><Relationship Type="http://schemas.openxmlformats.org/officeDocument/2006/relationships/slide" Target="/ppt/slides/slide7.xml" Id="R37fa7dd754de45bb" /><Relationship Type="http://schemas.openxmlformats.org/officeDocument/2006/relationships/notesMaster" Target="/ppt/notesMasters/notesMaster1.xml" Id="Rbecdb2a3e40c493e" /></Relationships>
</file>

<file path=ppt/notesSlides/_rels/notesSlide8.xml.rels>&#65279;<?xml version="1.0" encoding="utf-8"?><Relationships xmlns="http://schemas.openxmlformats.org/package/2006/relationships"><Relationship Type="http://schemas.openxmlformats.org/officeDocument/2006/relationships/slide" Target="/ppt/slides/slide8.xml" Id="Rb8c07d60011b4a32" /><Relationship Type="http://schemas.openxmlformats.org/officeDocument/2006/relationships/notesMaster" Target="/ppt/notesMasters/notesMaster1.xml" Id="R5a67fa5bc1054452" /></Relationships>
</file>

<file path=ppt/notesSlides/_rels/notesSlide9.xml.rels>&#65279;<?xml version="1.0" encoding="utf-8"?><Relationships xmlns="http://schemas.openxmlformats.org/package/2006/relationships"><Relationship Type="http://schemas.openxmlformats.org/officeDocument/2006/relationships/slide" Target="/ppt/slides/slide9.xml" Id="Ra280b61c3cb143ff" /><Relationship Type="http://schemas.openxmlformats.org/officeDocument/2006/relationships/notesMaster" Target="/ppt/notesMasters/notesMaster1.xml" Id="Rb5f495fb1a384c3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47c14267faa4a42" /><Relationship Type="http://schemas.openxmlformats.org/officeDocument/2006/relationships/notesMaster" Target="/ppt/notesMasters/notesMaster1.xml" Id="R24c348ec54e947a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cbe925e2d5f42d9" /><Relationship Type="http://schemas.openxmlformats.org/officeDocument/2006/relationships/notesMaster" Target="/ppt/notesMasters/notesMaster1.xml" Id="R82dcad0084004ce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4be794e86264909" /><Relationship Type="http://schemas.openxmlformats.org/officeDocument/2006/relationships/notesMaster" Target="/ppt/notesMasters/notesMaster1.xml" Id="Rcd5848ffdc44461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 إلى 0:20 (20 ثانية)</a:t>
            </a:r>
          </a:p>
          <a:p xmlns:a="http://schemas.openxmlformats.org/drawingml/2006/main">
            <a:r>
              <a:t/>
            </a:r>
          </a:p>
          <a:p xmlns:a="http://schemas.openxmlformats.org/drawingml/2006/main">
            <a:r>
              <a:t>صباح الخير. نحن فريق Vcoders، ونقدّم مُرشِدي: منصّة تساعد الطالب وأسرته على اتخاذ قرار جامعي أوضح. نبدأ من السؤال الذي يأتي بعد التوجيهي مباشرة: شو أدرس؟ ونحوّله من بحث مشتّت إلى قرار يجمع الملاءمة والقبول والكلفة والسوق في رحلة واحدة.</a:t>
            </a:r>
          </a:p>
          <a:p xmlns:a="http://schemas.openxmlformats.org/drawingml/2006/main">
            <a:r>
              <a:t/>
            </a:r>
          </a:p>
          <a:p xmlns:a="http://schemas.openxmlformats.org/drawingml/2006/main">
            <a:r>
              <a:t>المصادر: ملفات المشروع الأصلية؛ اسم الفريق Vcoders حسب توجيه المستخدم.</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 إلى 1:00 (40 ثانية)</a:t>
            </a:r>
          </a:p>
          <a:p xmlns:a="http://schemas.openxmlformats.org/drawingml/2006/main">
            <a:r>
              <a:t/>
            </a:r>
          </a:p>
          <a:p xmlns:a="http://schemas.openxmlformats.org/drawingml/2006/main">
            <a:r>
              <a:t>تخيّل طالبًا أنهى التوجيهي اليوم. يريد جوابًا عن ثلاثة أسئلة: هل التخصص يناسبني؟ هل أستطيع التقديم؟ وهل تستطيع أسرتي تحمّل كلفته؟ في دفعة 2026 وصل 116,366 ناجحًا إلى هذه اللحظة، وينشر القبول الموحد 607 عروض برامج تختلف أهلية الطالب لها حسب الفرع والمعدل. المعلومات موجودة، لكنها موزعة بين القبول والجامعات وإحصاءات العمل؛ فيركّب الطالب والأسرة والمرشد القرار يدويًا. هنا تبدأ المشكلة التي يحلّها مُرشِدي.</a:t>
            </a:r>
          </a:p>
          <a:p xmlns:a="http://schemas.openxmlformats.org/drawingml/2006/main">
            <a:r>
              <a:t/>
            </a:r>
          </a:p>
          <a:p xmlns:a="http://schemas.openxmlformats.org/drawingml/2006/main">
            <a:r>
              <a:t>المصادر: وزارة التربية والتعليم عبر وكالة بترا، 10 آب 2026: 116,366 ناجحًا في التوجيهي، ويشمل العدد النظاميين والدراسة الخاصة. وحدة تنسيق القبول الموحد، 13 آب 2026: 607 عروض برامج بكالوريوس للدورة الصيفية 2026/2027؛ عروض برامج وليست تخصصات مهنية فريدة. البطالة متعددة الأسباب، ولا ننسبها لاختيار التخصص وحده.</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 إلى 1:32 (32 ثانية)</a:t>
            </a:r>
          </a:p>
          <a:p xmlns:a="http://schemas.openxmlformats.org/drawingml/2006/main">
            <a:r>
              <a:t/>
            </a:r>
          </a:p>
          <a:p xmlns:a="http://schemas.openxmlformats.org/drawingml/2006/main">
            <a:r>
              <a:t>يجمع مُرشِدي رحلة القرار في ثلاث خطوات. يبدأ الطالب بأسئلة استكشاف ذاتي تبني نقطة انطلاق، ثم يقارن البرامج وفق القبول والرسوم والكلفة، ويطّلع بصورة منفصلة على مؤشرات سوق العمل العامة. بعدها يبني قائمة قصيرة وخطة كلفة مستندة إلى بيانات مؤرخة. هذه شاشة حقيقية من نسخة ويب محلية تعمل بالعربية والإنجليزية. النتيجة ليست توصية مغلقة، بل قرار مبرّر يناقشه الطالب وأسرته والمرشد قبل التقديم.</a:t>
            </a:r>
          </a:p>
          <a:p xmlns:a="http://schemas.openxmlformats.org/drawingml/2006/main">
            <a:r>
              <a:t/>
            </a:r>
          </a:p>
          <a:p xmlns:a="http://schemas.openxmlformats.org/drawingml/2006/main">
            <a:r>
              <a:t>المصادر: شاشة فعلية من النسخة المحلية المحدثة للسورس؛ اختبار الميول استكشافي ولا يدعي اعتمادًا نفسيًا.</a:t>
            </a:r>
          </a:p>
          <a:p xmlns:a="http://schemas.openxmlformats.org/drawingml/2006/main">
            <a:r>
              <a:t>صورة شاشة حقيقية من النسخة المحلية المحدثة؛ إطار الهاتف فقط صورة توضيحية مولدة.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1:32 إلى 2:12 (40 ثانية)</a:t>
            </a:r>
          </a:p>
          <a:p xmlns:a="http://schemas.openxmlformats.org/drawingml/2006/main">
            <a:r>
              <a:t/>
            </a:r>
          </a:p>
          <a:p xmlns:a="http://schemas.openxmlformats.org/drawingml/2006/main">
            <a:r>
              <a:t>لنأخذ طالبًا يفكر في علم الحاسوب. في شاشة واحدة يقارن البرامج، ويفهم الفرق بين شرط التقديم والحد التنافسي السابق، ويرى رسم الساعة ومصدر مجموعة البيانات وفترتها. شرط التقديم يجيب: هل يحق لي التقديم؟ أما الحد السابق فهو مرجع تاريخي، وليس وعد قبول. بهذه الدقة لا نعرض رقمًا بلا معناه ولا نخلط سنة بسنة، فيبني الطالب قائمة قصيرة يستطيع الدفاع عنها أمام أسرته والمرشد.</a:t>
            </a:r>
          </a:p>
          <a:p xmlns:a="http://schemas.openxmlformats.org/drawingml/2006/main">
            <a:r>
              <a:t/>
            </a:r>
          </a:p>
          <a:p xmlns:a="http://schemas.openxmlformats.org/drawingml/2006/main">
            <a:r>
              <a:t>المصادر: وحدة تنسيق القبول الموحد: دليل البرامج والرسوم 2026/2027؛ جداول الحدود الدنيا المنشورة 2021–2025، تحقق 10 أيلول 2026. آخر حد تنافسي منشور يظهر كسجل سابق لا كضمان قبول.</a:t>
            </a:r>
          </a:p>
          <a:p xmlns:a="http://schemas.openxmlformats.org/drawingml/2006/main">
            <a:r>
              <a:t>صورة شاشة حقيقية من النسخة المحلية المحدثة؛ إطار الهاتف فقط صورة توضيحية مولدة.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2:12 إلى 2:47 (35 ثانية)</a:t>
            </a:r>
          </a:p>
          <a:p xmlns:a="http://schemas.openxmlformats.org/drawingml/2006/main">
            <a:r>
              <a:t/>
            </a:r>
          </a:p>
          <a:p xmlns:a="http://schemas.openxmlformats.org/drawingml/2006/main">
            <a:r>
              <a:t>بعد المقارنة، يحوّل الطالب خياره إلى خطة كلفة. في المثال، رسم الساعة الرسمي سبعة وأربعون دينارًا. ومع افتراض 132 ساعة خلال أربع سنوات، ورسوم أخرى ومعيشة قابلة للتعديل، تظهر كلفة سنوية مقدارها 3,051 دينارًا. إذا تغيّرت الميزانية تتغيّر فجوة التمويل فورًا. هكذا تنتقل الأسرة من سؤال عام عن القدرة إلى خطة واضحة، مع فصل الرقم الرسمي عن افتراضاتها الخاصة.</a:t>
            </a:r>
          </a:p>
          <a:p xmlns:a="http://schemas.openxmlformats.org/drawingml/2006/main">
            <a:r>
              <a:t/>
            </a:r>
          </a:p>
          <a:p xmlns:a="http://schemas.openxmlformats.org/drawingml/2006/main">
            <a:r>
              <a:t>المصادر: رسم الساعة لعلم الحاسوب في الجامعة الأردنية من دليل القبول الموحد؛ بقية المدخلات افتراضات توضيحية قابلة للتعديل. الحساب: (47×132)/4 + 300 + (100×12) = 3,051 د.أ سنويًا. لا توقع دخل أو عائد مضمون.</a:t>
            </a:r>
          </a:p>
          <a:p xmlns:a="http://schemas.openxmlformats.org/drawingml/2006/main">
            <a:r>
              <a:t>صورة شاشة حقيقية من النسخة المحلية المحدثة؛ إطار الهاتف فقط صورة توضيحية مولدة.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2:47 إلى 3:22 (35 ثانية)</a:t>
            </a:r>
          </a:p>
          <a:p xmlns:a="http://schemas.openxmlformats.org/drawingml/2006/main">
            <a:r>
              <a:t/>
            </a:r>
          </a:p>
          <a:p xmlns:a="http://schemas.openxmlformats.org/drawingml/2006/main">
            <a:r>
              <a:t>القبول الموحد يشرح ما يمكن التقديم إليه، ومواقع الجامعات تنشر الرسوم، وإحصاءات العمل تصف السوق. لكن أيًّا منها لا يعرف اهتمام الطالب أو ميزانية أسرته، ولا يجمع المقارنة في قرار واحد. مُرشِدي يضيف سياق الطالب مع تفسير ومصدر وتاريخ. وتدعم منطق الحل تجربتان عشوائيتان منفصلتان ضمّتا أكثر من 77 ألف مشارك: معلومات مرتبطة بخيار الطالب قبل القرار يمكن أن تغيّر الاختيار. ثم نتحقق من الأثر محليًا.</a:t>
            </a:r>
          </a:p>
          <a:p xmlns:a="http://schemas.openxmlformats.org/drawingml/2006/main">
            <a:r>
              <a:t/>
            </a:r>
          </a:p>
          <a:p xmlns:a="http://schemas.openxmlformats.org/drawingml/2006/main">
            <a:r>
              <a:t>المصادر: de Koning, Fouarge &amp; Dur، IZA Discussion Paper 17951، 2025: 28,186 طالبًا في 243 مدرسة. Hastings, Neilson &amp; Zimmerman، NBER Working Paper 21300: 49,166 مشاركًا. المجموع التقريبي أكبر من 77 ألفًا عبر تجربتين منفصلتين في سياقين خارج الأردن؛ يدعم مبدأ تخصيص المعلومات ولا يثبت خفض بطالة أو أثر مُرشِدي محليًا.</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3:22 إلى 3:57 (35 ثانية)</a:t>
            </a:r>
          </a:p>
          <a:p xmlns:a="http://schemas.openxmlformats.org/drawingml/2006/main">
            <a:r>
              <a:t/>
            </a:r>
          </a:p>
          <a:p xmlns:a="http://schemas.openxmlformats.org/drawingml/2006/main">
            <a:r>
              <a:t>المستفيد المباشر هو الطالب وأسرته؛ يحصلان على رحلة القرار الأساسية مجانًا. العميل الذي سنختبر استعداده للدفع هو مدرسة أو جامعة أو شبكة تعليمية. سنقدّم لها عرضًا مؤسسيًا مقترحًا يضم أدوات للمرشد وتقارير مجمعة ودعمًا. ونستهدف الجهة التعليمية العامة كشريك تمكين وتوسع يسهّل الوصول إلى البيانات والمدارس وقياس الأثر. فصل المستفيد عن العميل يجعل النموذج قابلًا للتبني من دون وضع تكلفة القرار على الطالب.</a:t>
            </a:r>
          </a:p>
          <a:p xmlns:a="http://schemas.openxmlformats.org/drawingml/2006/main">
            <a:r>
              <a:t/>
            </a:r>
          </a:p>
          <a:p xmlns:a="http://schemas.openxmlformats.org/drawingml/2006/main">
            <a:r>
              <a:t>المصادر: نموذج B2B2C مقترح: الطالب والأسرة مستفيدان، والمؤسسة التعليمية عميل دافع، والجهة العامة شريك تمكين وتوسع. لا عملاء أو عقود أو شراكات حكومية قائمة حتى 11 أيلول 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3:57 إلى 4:42 (45 ثانية)</a:t>
            </a:r>
          </a:p>
          <a:p xmlns:a="http://schemas.openxmlformats.org/drawingml/2006/main">
            <a:r>
              <a:t/>
            </a:r>
          </a:p>
          <a:p xmlns:a="http://schemas.openxmlformats.org/drawingml/2006/main">
            <a:r>
              <a:t>لدينا ثلاث طبقات واضحة. الطالب والأسرة يستخدمان الرحلة الأساسية مجانًا. نفترض أن المؤسسة التعليمية تدفع 20 دينارًا سنويًا عن كل مقعد طالب ممول مقابل طبقة مؤسسية نقترحها: أدوات للمرشد، وتقارير مجمعة، وتدريب ودعم. وعلى نطاق وطني يمكن أن يكون الإيراد عقدًا سنويًا بحسب حجم الخدمة وقياس الأثر. وفق افتراضاتنا الحالية، نصل إلى التعادل عند 1,950 مقعد طالب ممول بعقود مؤسسية. سنختبر هذه الفرضيات بعروض سعر وتجارب مدفوعة؛ وهي ليست إيرادًا محققًا.</a:t>
            </a:r>
          </a:p>
          <a:p xmlns:a="http://schemas.openxmlformats.org/drawingml/2006/main">
            <a:r>
              <a:t/>
            </a:r>
          </a:p>
          <a:p xmlns:a="http://schemas.openxmlformats.org/drawingml/2006/main">
            <a:r>
              <a:t>المصادر: فرضية تسعير للاختبار وليست مبيعات: 20 د.أ/مقعد طالب ممول/سنة للمؤسسة. افتراض كلفة متغيرة 4 د.أ سنويًا لكل طالب نشط، كلفة ثابتة 30,000 د.أ سنويًا، و300 طالب تجارب مجانية خارج المقاعد الممولة. التعادل: [30,000+(300×4)]/(20−4)=1,950 مقعد طالب ممول. لا سعر مفترض للعقد العام قبل تحديد النطاق.</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4:42 إلى 5:22 (40 ثانية)</a:t>
            </a:r>
          </a:p>
          <a:p xmlns:a="http://schemas.openxmlformats.org/drawingml/2006/main">
            <a:r>
              <a:t/>
            </a:r>
          </a:p>
          <a:p xmlns:a="http://schemas.openxmlformats.org/drawingml/2006/main">
            <a:r>
              <a:t>نبدأ بتجربة محددة: 100 طالب في ثلاث مدارس خلال ستة أسابيع. نرصد قبل الاستخدام وبعده وقت بناء مقارنة ثلاثة برامج، وإجابات الطالب في اختبار قصير حول القبول والكلفة، ووضوحه الذاتي على مقياس من خمس نقاط. نعتبر التجربة ناجحة إذا أكمل 70 طالبًا مقارنة موثقة، وتحسن متوسط الوضوح الذاتي بنقطة واحدة، وبدأت مؤسستان تجربة مدفوعة. هذه أهداف معلنة وليست نتائج سابقة؛ وإذا لم تتحقق نعدّل قبل التوسع.</a:t>
            </a:r>
          </a:p>
          <a:p xmlns:a="http://schemas.openxmlformats.org/drawingml/2006/main">
            <a:r>
              <a:t/>
            </a:r>
          </a:p>
          <a:p xmlns:a="http://schemas.openxmlformats.org/drawingml/2006/main">
            <a:r>
              <a:t>المصادر: تصميم تجربة وأهداف مقترحة وليست نتائج محققة: 100 طالب، 3 مدارس، 6 أسابيع؛ 70 طالبًا يكملون مقارنة موثقة؛ تحسن نقطة واحدة على مقياس من 5؛ ومؤسستان تبدآن تجربة مدفوعة. دليل الجائزة ص29-30 يطلب أثرًا قابلًا للقياس.</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5:22 إلى 6:09 (47 ثانية)</a:t>
            </a:r>
          </a:p>
          <a:p xmlns:a="http://schemas.openxmlformats.org/drawingml/2006/main">
            <a:r>
              <a:t/>
            </a:r>
          </a:p>
          <a:p xmlns:a="http://schemas.openxmlformats.org/drawingml/2006/main">
            <a:r>
              <a:t>اليوم لدينا نسخة ويب محلية عاملة بالعربية والإنجليزية، وشاشات حقيقية، ولقطة بيانات عامة متحققة بسنة ومصدر. خلال تسعين يومًا ننفذ التجربة، نقيس القيمة، ونختبر استعداد المؤسسات للدفع. وخلال اثني عشر شهرًا نستهدف 13 مؤسسة و1,950 مقعد طالب ممول للوصول إلى نقطة التعادل المفترضة، مع 300 طالب في تجارب مجانية خارجها. الإيراد يمول تحديث المصادر ودعم المرشدين وقياس الأثر. وطلبنا من اللجنة هو ربطنا بثلاث مدارس ومرشدين وقناة بيانات تعليمية لنقدّم تقريرًا قابلًا للمراجعة.</a:t>
            </a:r>
          </a:p>
          <a:p xmlns:a="http://schemas.openxmlformats.org/drawingml/2006/main">
            <a:r>
              <a:t/>
            </a:r>
          </a:p>
          <a:p xmlns:a="http://schemas.openxmlformats.org/drawingml/2006/main">
            <a:r>
              <a:t>المصادر: خطة تنفيذ وأهداف مستقبلية وليست نتائج: اليوم نسخة ويب محلية عاملة؛ 90 يومًا للتجربة والتقرير؛ 12 شهرًا لهدف 13 مؤسسة و1,950 مقعد طالب ممول، إضافة إلى 300 طالب تجارب مجانية. لا تنسيق حكومي رسمي قائم؛ الربط بثلاث مدارس وجهة بيانات هو الطلب المقترح.</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6:09 إلى 6:34 (25 ثانية)</a:t>
            </a:r>
          </a:p>
          <a:p xmlns:a="http://schemas.openxmlformats.org/drawingml/2006/main">
            <a:r>
              <a:t/>
            </a:r>
          </a:p>
          <a:p xmlns:a="http://schemas.openxmlformats.org/drawingml/2006/main">
            <a:r>
              <a:t>يتكامل فريقنا في ثلاث مسؤوليات. عبد الرحمن الهيموني يقود منطق التطبيق والبيانات والاختبار. عبد الرحمن الكردي يتولى تجربة المستخدم والهوية وتنظيم رحلة الطالب. وزيد أبو الشعر ينفّذ الواجهات ويحوّل التصميم إلى تجربة قابلة للاستخدام. نراجع كل قرار معًا حتى تظهر النتيجة كمنتج واحد: بيانات صحيحة، ورحلة مفهومة، وواجهة تعمل.</a:t>
            </a:r>
          </a:p>
          <a:p xmlns:a="http://schemas.openxmlformats.org/drawingml/2006/main">
            <a:r>
              <a:t/>
            </a:r>
          </a:p>
          <a:p xmlns:a="http://schemas.openxmlformats.org/drawingml/2006/main">
            <a:r>
              <a:t>المصادر: Murshidi-Team-Roles.pdf من حزمة المشروع؛ اسم الفريق Vcoders حسب المستخدم.</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6:34 إلى 6:50 (16 ثانية)</a:t>
            </a:r>
          </a:p>
          <a:p xmlns:a="http://schemas.openxmlformats.org/drawingml/2006/main">
            <a:r>
              <a:t/>
            </a:r>
          </a:p>
          <a:p xmlns:a="http://schemas.openxmlformats.org/drawingml/2006/main">
            <a:r>
              <a:t>قبل أن يلتزم الطالب لسنوات، يستحق أن يرى الملاءمة والقبول والكلفة والسوق في قرار واحد يمكن تفسيره. مُرشِدي يحوّل البيانات العامة إلى خطوة عملية. لدينا منتج يعمل وخطة قياس واضحة. هل نبدأ التجربة؟ شكرًا لكم.</a:t>
            </a:r>
          </a:p>
          <a:p xmlns:a="http://schemas.openxmlformats.org/drawingml/2006/main">
            <a:r>
              <a:t/>
            </a:r>
          </a:p>
          <a:p xmlns:a="http://schemas.openxmlformats.org/drawingml/2006/main">
            <a:r>
              <a:t>المصادر: خاتمة العرض؛ لا تتضمن ادعاء شراكة أو نتيجة أثر غير محققة.</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4613af2a1b74e1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0245de871804e28" /><Relationship Type="http://schemas.openxmlformats.org/officeDocument/2006/relationships/slideLayout" Target="/ppt/slideLayouts/slideLayout1.xml" Id="Rd410411cf6554bb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410411cf6554bb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33b3e840f7f4c32" /><Relationship Type="http://schemas.openxmlformats.org/officeDocument/2006/relationships/image" Target="/ppt/media/image.png" Id="Rb413ff5deeab46e4" /><Relationship Type="http://schemas.openxmlformats.org/officeDocument/2006/relationships/image" Target="/ppt/media/image2.png" Id="Reaecefa6a0c24211" /><Relationship Type="http://schemas.openxmlformats.org/officeDocument/2006/relationships/notesSlide" Target="/ppt/notesSlides/notesSlide1.xml" Id="Re747c394df6a47e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2359c3cca4b47ff" /><Relationship Type="http://schemas.openxmlformats.org/officeDocument/2006/relationships/image" Target="/ppt/media/image3.png" Id="Raf07a1380e274573" /><Relationship Type="http://schemas.openxmlformats.org/officeDocument/2006/relationships/notesSlide" Target="/ppt/notesSlides/notesSlide2.xml" Id="R626078fb147c447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0524bf9c0734de6" /><Relationship Type="http://schemas.openxmlformats.org/officeDocument/2006/relationships/image" Target="/ppt/media/image4.png" Id="R8ba892197e114f41" /><Relationship Type="http://schemas.openxmlformats.org/officeDocument/2006/relationships/image" Target="/ppt/media/image5.png" Id="R244ed8f8d43c45ab" /><Relationship Type="http://schemas.openxmlformats.org/officeDocument/2006/relationships/notesSlide" Target="/ppt/notesSlides/notesSlide3.xml" Id="R2421319085554bc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c2549c0834a45b7" /><Relationship Type="http://schemas.openxmlformats.org/officeDocument/2006/relationships/image" Target="/ppt/media/image6.png" Id="Re6d6e0175e854582" /><Relationship Type="http://schemas.openxmlformats.org/officeDocument/2006/relationships/image" Target="/ppt/media/image7.png" Id="R7f2ead26846a4816" /><Relationship Type="http://schemas.openxmlformats.org/officeDocument/2006/relationships/notesSlide" Target="/ppt/notesSlides/notesSlide4.xml" Id="R798040ee5dd74b9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ea1e286e5bd4d61" /><Relationship Type="http://schemas.openxmlformats.org/officeDocument/2006/relationships/image" Target="/ppt/media/image8.png" Id="R91dab9d84f114e09" /><Relationship Type="http://schemas.openxmlformats.org/officeDocument/2006/relationships/image" Target="/ppt/media/image9.png" Id="Rd652a4e879ed4c25" /><Relationship Type="http://schemas.openxmlformats.org/officeDocument/2006/relationships/notesSlide" Target="/ppt/notesSlides/notesSlide5.xml" Id="R94d5898e66944fb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9c37a6551fd49c4" /><Relationship Type="http://schemas.openxmlformats.org/officeDocument/2006/relationships/image" Target="/ppt/media/image10.png" Id="Re03cea35d2cb47bc" /><Relationship Type="http://schemas.openxmlformats.org/officeDocument/2006/relationships/notesSlide" Target="/ppt/notesSlides/notesSlide6.xml" Id="R935478ca79b44f2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71f80db5c1f41a5" /><Relationship Type="http://schemas.openxmlformats.org/officeDocument/2006/relationships/image" Target="/ppt/media/image11.png" Id="R435e4d1e22cd4d63" /><Relationship Type="http://schemas.openxmlformats.org/officeDocument/2006/relationships/notesSlide" Target="/ppt/notesSlides/notesSlide7.xml" Id="Rad6e10774e41417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c12a48564044469" /><Relationship Type="http://schemas.openxmlformats.org/officeDocument/2006/relationships/image" Target="/ppt/media/image12.png" Id="R52db309cdcdb42e2" /><Relationship Type="http://schemas.openxmlformats.org/officeDocument/2006/relationships/notesSlide" Target="/ppt/notesSlides/notesSlide8.xml" Id="Re189b349bb3c4b0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bad12fb1f834919" /><Relationship Type="http://schemas.openxmlformats.org/officeDocument/2006/relationships/image" Target="/ppt/media/image13.png" Id="Rdbc7ce77c3564f68" /><Relationship Type="http://schemas.openxmlformats.org/officeDocument/2006/relationships/notesSlide" Target="/ppt/notesSlides/notesSlide9.xml" Id="Rfdb469a79cea4c4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cb2fcacc4664a2a" /><Relationship Type="http://schemas.openxmlformats.org/officeDocument/2006/relationships/image" Target="/ppt/media/image14.png" Id="R8a0f81e9713144fc" /><Relationship Type="http://schemas.openxmlformats.org/officeDocument/2006/relationships/notesSlide" Target="/ppt/notesSlides/notesSlide10.xml" Id="R5b0ffa77993b411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651dd8531684bf7" /><Relationship Type="http://schemas.openxmlformats.org/officeDocument/2006/relationships/image" Target="/ppt/media/image15.png" Id="R0d268e17b6a844c4" /><Relationship Type="http://schemas.openxmlformats.org/officeDocument/2006/relationships/notesSlide" Target="/ppt/notesSlides/notesSlide11.xml" Id="Rfeaa4be70d514a9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64b512c0e08486b" /><Relationship Type="http://schemas.openxmlformats.org/officeDocument/2006/relationships/image" Target="/ppt/media/image16.png" Id="R0f5926cf037b4989" /><Relationship Type="http://schemas.openxmlformats.org/officeDocument/2006/relationships/image" Target="/ppt/media/image17.png" Id="Rddf63a9a9f23451d" /><Relationship Type="http://schemas.openxmlformats.org/officeDocument/2006/relationships/notesSlide" Target="/ppt/notesSlides/notesSlide12.xml" Id="R4140ee2462db4da0" /></Relationships>
</file>

<file path=ppt/slides/slide1.xml><?xml version="1.0" encoding="utf-8"?>
<p:sld xmlns:p="http://schemas.openxmlformats.org/presentationml/2006/main">
  <p:cSld>
    <p:bg>
      <p:bgPr>
        <a:solidFill xmlns:a="http://schemas.openxmlformats.org/drawingml/2006/main">
          <a:srgbClr val="011F4D"/>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b413ff5deeab46e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eaecefa6a0c24211"/>
          <a:stretch xmlns:a="http://schemas.openxmlformats.org/drawingml/2006/main"/>
        </p:blipFill>
        <p:spPr>
          <a:xfrm xmlns:a="http://schemas.openxmlformats.org/drawingml/2006/main">
            <a:off x="10287000" y="571500"/>
            <a:ext cx="1181100" cy="1181100"/>
          </a:xfrm>
          <a:prstGeom xmlns:a="http://schemas.openxmlformats.org/drawingml/2006/main" prst="rect">
            <a:avLst/>
          </a:prstGeom>
        </p:spPr>
      </p:pic>
      <p:sp>
        <p:nvSpPr>
          <p:cNvPr id="3" name="مُرشِدي">
            <a:extLst xmlns:a="http://schemas.openxmlformats.org/drawingml/2006/main">
              <a:ext uri="{FF2B5EF4-FFF2-40B4-BE49-F238E27FC236}">
                <a16:creationId xmlns:a16="http://schemas.microsoft.com/office/drawing/2014/main" id="{7CFCE7E7-46FB-45ED-94B0-F29F69B3E9C8}"/>
              </a:ext>
            </a:extLst>
          </p:cNvPr>
          <p:cNvSpPr>
            <a:spLocks xmlns:a="http://schemas.openxmlformats.org/drawingml/2006/main" noGrp="1"/>
          </p:cNvSpPr>
          <p:nvPr/>
        </p:nvSpPr>
        <p:spPr>
          <a:xfrm xmlns:a="http://schemas.openxmlformats.org/drawingml/2006/main">
            <a:off x="6191250" y="1884045"/>
            <a:ext cx="5286375" cy="13373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14000"/>
              </a:lnSpc>
              <a:buNone/>
              <a:defRPr sz="7200" b="1">
                <a:solidFill>
                  <a:srgbClr val="FFFFFF"/>
                </a:solidFill>
                <a:latin typeface="IBM Plex Sans Arabic"/>
                <a:ea typeface="IBM Plex Sans Arabic"/>
                <a:cs typeface="IBM Plex Sans Arabic"/>
              </a:defRPr>
            </a:pPr>
            <a:r>
              <a:rPr sz="7200" b="1">
                <a:solidFill>
                  <a:srgbClr val="FFFFFF"/>
                </a:solidFill>
                <a:latin typeface="IBM Plex Sans Arabic"/>
                <a:ea typeface="IBM Plex Sans Arabic"/>
                <a:cs typeface="IBM Plex Sans Arabic"/>
              </a:rPr>
              <a:t>مُرشِدي</a:t>
            </a:r>
          </a:p>
        </p:txBody>
      </p:sp>
      <p:sp>
        <p:nvSpPr>
          <p:cNvPr id="4" name="قرار جامعي أوضح">
            <a:extLst xmlns:a="http://schemas.openxmlformats.org/drawingml/2006/main">
              <a:ext uri="{FF2B5EF4-FFF2-40B4-BE49-F238E27FC236}">
                <a16:creationId xmlns:a16="http://schemas.microsoft.com/office/drawing/2014/main" id="{A0FA5A73-5CB3-4515-B300-6BEDCC0E4CC2}"/>
              </a:ext>
            </a:extLst>
          </p:cNvPr>
          <p:cNvSpPr>
            <a:spLocks xmlns:a="http://schemas.openxmlformats.org/drawingml/2006/main" noGrp="1"/>
          </p:cNvSpPr>
          <p:nvPr/>
        </p:nvSpPr>
        <p:spPr>
          <a:xfrm xmlns:a="http://schemas.openxmlformats.org/drawingml/2006/main">
            <a:off x="6143625" y="3195638"/>
            <a:ext cx="5334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14000"/>
              </a:lnSpc>
              <a:buNone/>
              <a:defRPr sz="3375" b="1">
                <a:solidFill>
                  <a:srgbClr val="C8A04C"/>
                </a:solidFill>
                <a:latin typeface="IBM Plex Sans Arabic"/>
                <a:ea typeface="IBM Plex Sans Arabic"/>
                <a:cs typeface="IBM Plex Sans Arabic"/>
              </a:defRPr>
            </a:pPr>
            <a:r>
              <a:rPr sz="3375" b="1">
                <a:solidFill>
                  <a:srgbClr val="C8A04C"/>
                </a:solidFill>
                <a:latin typeface="IBM Plex Sans Arabic"/>
                <a:ea typeface="IBM Plex Sans Arabic"/>
                <a:cs typeface="IBM Plex Sans Arabic"/>
              </a:rPr>
              <a:t>قرار جامعي أوضح</a:t>
            </a:r>
          </a:p>
        </p:txBody>
      </p:sp>
      <p:sp>
        <p:nvSpPr>
          <p:cNvPr id="5" name="Vcoders">
            <a:extLst xmlns:a="http://schemas.openxmlformats.org/drawingml/2006/main">
              <a:ext uri="{FF2B5EF4-FFF2-40B4-BE49-F238E27FC236}">
                <a16:creationId xmlns:a16="http://schemas.microsoft.com/office/drawing/2014/main" id="{54FCFBBB-56DF-4256-86F7-9037816C0DAF}"/>
              </a:ext>
            </a:extLst>
          </p:cNvPr>
          <p:cNvSpPr>
            <a:spLocks xmlns:a="http://schemas.openxmlformats.org/drawingml/2006/main" noGrp="1"/>
          </p:cNvSpPr>
          <p:nvPr/>
        </p:nvSpPr>
        <p:spPr>
          <a:xfrm xmlns:a="http://schemas.openxmlformats.org/drawingml/2006/main">
            <a:off x="7286625" y="4021455"/>
            <a:ext cx="4191000" cy="5105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14000"/>
              </a:lnSpc>
              <a:buNone/>
              <a:defRPr sz="2550" b="0">
                <a:solidFill>
                  <a:srgbClr val="FFFFFF"/>
                </a:solidFill>
                <a:latin typeface="IBM Plex Sans Arabic"/>
                <a:ea typeface="IBM Plex Sans Arabic"/>
                <a:cs typeface="IBM Plex Sans Arabic"/>
              </a:defRPr>
            </a:pPr>
            <a:r>
              <a:rPr sz="2550" b="0">
                <a:solidFill>
                  <a:srgbClr val="FFFFFF"/>
                </a:solidFill>
                <a:latin typeface="IBM Plex Sans Arabic"/>
                <a:ea typeface="IBM Plex Sans Arabic"/>
                <a:cs typeface="IBM Plex Sans Arabic"/>
              </a:rPr>
              <a:t>Vcoders</a:t>
            </a:r>
          </a:p>
        </p:txBody>
      </p:sp>
      <p:sp>
        <p:nvSpPr>
          <p:cNvPr id="6" name="جائزة ولي العهد لأفضل تطبيق خدمات حكومية">
            <a:extLst xmlns:a="http://schemas.openxmlformats.org/drawingml/2006/main">
              <a:ext uri="{FF2B5EF4-FFF2-40B4-BE49-F238E27FC236}">
                <a16:creationId xmlns:a16="http://schemas.microsoft.com/office/drawing/2014/main" id="{0C2D08E6-0835-4500-98F4-3476D520A879}"/>
              </a:ext>
            </a:extLst>
          </p:cNvPr>
          <p:cNvSpPr>
            <a:spLocks xmlns:a="http://schemas.openxmlformats.org/drawingml/2006/main" noGrp="1"/>
          </p:cNvSpPr>
          <p:nvPr/>
        </p:nvSpPr>
        <p:spPr>
          <a:xfrm xmlns:a="http://schemas.openxmlformats.org/drawingml/2006/main">
            <a:off x="6096000" y="5534025"/>
            <a:ext cx="5381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14000"/>
              </a:lnSpc>
              <a:buNone/>
              <a:defRPr sz="1875" b="0">
                <a:solidFill>
                  <a:srgbClr val="D1DEED"/>
                </a:solidFill>
                <a:latin typeface="IBM Plex Sans Arabic"/>
                <a:ea typeface="IBM Plex Sans Arabic"/>
                <a:cs typeface="IBM Plex Sans Arabic"/>
              </a:defRPr>
            </a:pPr>
            <a:r>
              <a:rPr sz="1875" b="0">
                <a:solidFill>
                  <a:srgbClr val="D1DEED"/>
                </a:solidFill>
                <a:latin typeface="IBM Plex Sans Arabic"/>
                <a:ea typeface="IBM Plex Sans Arabic"/>
                <a:cs typeface="IBM Plex Sans Arabic"/>
              </a:rPr>
              <a:t>جائزة ولي العهد لأفضل تطبيق خدمات حكومية</a:t>
            </a:r>
          </a:p>
        </p:txBody>
      </p:sp>
      <p:sp>
        <p:nvSpPr>
          <p:cNvPr id="7" name="الدورة الخامسة  •  2026">
            <a:extLst xmlns:a="http://schemas.openxmlformats.org/drawingml/2006/main">
              <a:ext uri="{FF2B5EF4-FFF2-40B4-BE49-F238E27FC236}">
                <a16:creationId xmlns:a16="http://schemas.microsoft.com/office/drawing/2014/main" id="{D6FF1AC7-1373-4DCF-B248-5C935D5903A8}"/>
              </a:ext>
            </a:extLst>
          </p:cNvPr>
          <p:cNvSpPr>
            <a:spLocks xmlns:a="http://schemas.openxmlformats.org/drawingml/2006/main" noGrp="1"/>
          </p:cNvSpPr>
          <p:nvPr/>
        </p:nvSpPr>
        <p:spPr>
          <a:xfrm xmlns:a="http://schemas.openxmlformats.org/drawingml/2006/main">
            <a:off x="7429500" y="5937885"/>
            <a:ext cx="4048125" cy="3638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14000"/>
              </a:lnSpc>
              <a:buNone/>
              <a:defRPr sz="1725" b="0">
                <a:solidFill>
                  <a:srgbClr val="D1DEED"/>
                </a:solidFill>
                <a:latin typeface="IBM Plex Sans Arabic"/>
                <a:ea typeface="IBM Plex Sans Arabic"/>
                <a:cs typeface="IBM Plex Sans Arabic"/>
              </a:defRPr>
            </a:pPr>
            <a:r>
              <a:rPr sz="1725" b="0">
                <a:solidFill>
                  <a:srgbClr val="D1DEED"/>
                </a:solidFill>
                <a:latin typeface="IBM Plex Sans Arabic"/>
                <a:ea typeface="IBM Plex Sans Arabic"/>
                <a:cs typeface="IBM Plex Sans Arabic"/>
              </a:rPr>
              <a:t>الدورة الخامسة  •  2026</a:t>
            </a:r>
          </a:p>
        </p:txBody>
      </p:sp>
    </p:spTree>
    <p:extLst>
      <p:ext uri="{BB962C8B-B14F-4D97-AF65-F5344CB8AC3E}">
        <p14:creationId xmlns:p14="http://schemas.microsoft.com/office/powerpoint/2010/main" val="1518756787"/>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af07a1380e274573"/>
          <a:stretch xmlns:a="http://schemas.openxmlformats.org/drawingml/2006/main"/>
        </p:blipFill>
        <p:spPr>
          <a:xfrm xmlns:a="http://schemas.openxmlformats.org/drawingml/2006/main">
            <a:off x="11125200" y="400050"/>
            <a:ext cx="552450" cy="552450"/>
          </a:xfrm>
          <a:prstGeom xmlns:a="http://schemas.openxmlformats.org/drawingml/2006/main" prst="rect">
            <a:avLst/>
          </a:prstGeom>
        </p:spPr>
      </p:pic>
      <p:sp>
        <p:nvSpPr>
          <p:cNvPr id="2" name="قرار واحد داخل دليل يضم 607 عرض برنامج">
            <a:extLst xmlns:a="http://schemas.openxmlformats.org/drawingml/2006/main">
              <a:ext uri="{FF2B5EF4-FFF2-40B4-BE49-F238E27FC236}">
                <a16:creationId xmlns:a16="http://schemas.microsoft.com/office/drawing/2014/main" id="{816373EA-28A6-408C-BF73-91D468007628}"/>
              </a:ext>
            </a:extLst>
          </p:cNvPr>
          <p:cNvSpPr>
            <a:spLocks xmlns:a="http://schemas.openxmlformats.org/drawingml/2006/main" noGrp="1"/>
          </p:cNvSpPr>
          <p:nvPr/>
        </p:nvSpPr>
        <p:spPr>
          <a:xfrm xmlns:a="http://schemas.openxmlformats.org/drawingml/2006/main">
            <a:off x="571500" y="476250"/>
            <a:ext cx="1028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14000"/>
              </a:lnSpc>
              <a:buNone/>
              <a:defRPr sz="3300" b="1">
                <a:solidFill>
                  <a:srgbClr val="013070"/>
                </a:solidFill>
                <a:latin typeface="IBM Plex Sans Arabic"/>
                <a:ea typeface="IBM Plex Sans Arabic"/>
                <a:cs typeface="IBM Plex Sans Arabic"/>
              </a:defRPr>
            </a:pPr>
            <a:r>
              <a:rPr sz="3300" b="1">
                <a:solidFill>
                  <a:srgbClr val="013070"/>
                </a:solidFill>
                <a:latin typeface="IBM Plex Sans Arabic"/>
                <a:ea typeface="IBM Plex Sans Arabic"/>
                <a:cs typeface="IBM Plex Sans Arabic"/>
              </a:rPr>
              <a:t>قرار واحد داخل دليل يضم 607 عرض برنامج</a:t>
            </a:r>
          </a:p>
        </p:txBody>
      </p:sp>
      <p:sp>
        <p:nvSpPr>
          <p:cNvPr id="3" name="02">
            <a:extLst xmlns:a="http://schemas.openxmlformats.org/drawingml/2006/main">
              <a:ext uri="{FF2B5EF4-FFF2-40B4-BE49-F238E27FC236}">
                <a16:creationId xmlns:a16="http://schemas.microsoft.com/office/drawing/2014/main" id="{BF3C4CBC-7851-40D2-AE14-39710AD6F58E}"/>
              </a:ext>
            </a:extLst>
          </p:cNvPr>
          <p:cNvSpPr>
            <a:spLocks xmlns:a="http://schemas.openxmlformats.org/drawingml/2006/main" noGrp="1"/>
          </p:cNvSpPr>
          <p:nvPr/>
        </p:nvSpPr>
        <p:spPr>
          <a:xfrm xmlns:a="http://schemas.openxmlformats.org/drawingml/2006/main">
            <a:off x="571500" y="6376035"/>
            <a:ext cx="619125"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14000"/>
              </a:lnSpc>
              <a:buNone/>
              <a:defRPr sz="1350" b="0">
                <a:solidFill>
                  <a:srgbClr val="53657C"/>
                </a:solidFill>
                <a:latin typeface="IBM Plex Sans Arabic"/>
                <a:ea typeface="IBM Plex Sans Arabic"/>
                <a:cs typeface="IBM Plex Sans Arabic"/>
              </a:defRPr>
            </a:pPr>
            <a:r>
              <a:rPr sz="1350" b="0">
                <a:solidFill>
                  <a:srgbClr val="53657C"/>
                </a:solidFill>
                <a:latin typeface="IBM Plex Sans Arabic"/>
                <a:ea typeface="IBM Plex Sans Arabic"/>
                <a:cs typeface="IBM Plex Sans Arabic"/>
              </a:rPr>
              <a:t>02</a:t>
            </a:r>
          </a:p>
        </p:txBody>
      </p:sp>
      <p:sp>
        <p:nvSpPr>
          <p:cNvPr id="4" name="">
            <a:extLst xmlns:a="http://schemas.openxmlformats.org/drawingml/2006/main">
              <a:ext uri="{FF2B5EF4-FFF2-40B4-BE49-F238E27FC236}">
                <a16:creationId xmlns:a16="http://schemas.microsoft.com/office/drawing/2014/main" id="{F3162491-A290-4A44-AC01-8B5BCDAFC184}"/>
              </a:ext>
            </a:extLst>
          </p:cNvPr>
          <p:cNvSpPr>
            <a:spLocks xmlns:a="http://schemas.openxmlformats.org/drawingml/2006/main" noGrp="1"/>
          </p:cNvSpPr>
          <p:nvPr/>
        </p:nvSpPr>
        <p:spPr>
          <a:xfrm xmlns:a="http://schemas.openxmlformats.org/drawingml/2006/main">
            <a:off x="6191250" y="1581150"/>
            <a:ext cx="5286375" cy="3257550"/>
          </a:xfrm>
          <a:prstGeom xmlns:a="http://schemas.openxmlformats.org/drawingml/2006/main" prst="roundRect">
            <a:avLst>
              <a:gd name="adj" fmla="val 2339"/>
            </a:avLst>
          </a:prstGeom>
          <a:solidFill xmlns:a="http://schemas.openxmlformats.org/drawingml/2006/main">
            <a:srgbClr val="FFFFFF"/>
          </a:solidFill>
          <a:ln xmlns:a="http://schemas.openxmlformats.org/drawingml/2006/main" w="12383">
            <a:solidFill>
              <a:srgbClr val="D4DEE9"/>
            </a:solidFill>
          </a:ln>
        </p:spPr>
      </p:sp>
      <p:sp>
        <p:nvSpPr>
          <p:cNvPr id="5" name="">
            <a:extLst xmlns:a="http://schemas.openxmlformats.org/drawingml/2006/main">
              <a:ext uri="{FF2B5EF4-FFF2-40B4-BE49-F238E27FC236}">
                <a16:creationId xmlns:a16="http://schemas.microsoft.com/office/drawing/2014/main" id="{D843EC9A-5075-4CA0-BBDA-069E094B1BD3}"/>
              </a:ext>
            </a:extLst>
          </p:cNvPr>
          <p:cNvSpPr>
            <a:spLocks xmlns:a="http://schemas.openxmlformats.org/drawingml/2006/main" noGrp="1"/>
          </p:cNvSpPr>
          <p:nvPr/>
        </p:nvSpPr>
        <p:spPr>
          <a:xfrm xmlns:a="http://schemas.openxmlformats.org/drawingml/2006/main">
            <a:off x="9144000" y="1781175"/>
            <a:ext cx="2095500" cy="381000"/>
          </a:xfrm>
          <a:prstGeom xmlns:a="http://schemas.openxmlformats.org/drawingml/2006/main" prst="roundRect">
            <a:avLst>
              <a:gd name="adj" fmla="val 20000"/>
            </a:avLst>
          </a:prstGeom>
          <a:solidFill xmlns:a="http://schemas.openxmlformats.org/drawingml/2006/main">
            <a:srgbClr val="E7EEF6"/>
          </a:solidFill>
          <a:ln xmlns:a="http://schemas.openxmlformats.org/drawingml/2006/main" w="12383">
            <a:solidFill>
              <a:srgbClr val="C9D5E3"/>
            </a:solidFill>
          </a:ln>
        </p:spPr>
      </p:sp>
      <p:sp>
        <p:nvSpPr>
          <p:cNvPr id="6" name="لحظة الطالب">
            <a:extLst xmlns:a="http://schemas.openxmlformats.org/drawingml/2006/main">
              <a:ext uri="{FF2B5EF4-FFF2-40B4-BE49-F238E27FC236}">
                <a16:creationId xmlns:a16="http://schemas.microsoft.com/office/drawing/2014/main" id="{80C5BE7F-5F5D-44CD-B551-17C6B8F908CF}"/>
              </a:ext>
            </a:extLst>
          </p:cNvPr>
          <p:cNvSpPr>
            <a:spLocks xmlns:a="http://schemas.openxmlformats.org/drawingml/2006/main" noGrp="1"/>
          </p:cNvSpPr>
          <p:nvPr/>
        </p:nvSpPr>
        <p:spPr>
          <a:xfrm xmlns:a="http://schemas.openxmlformats.org/drawingml/2006/main">
            <a:off x="9239250" y="1808798"/>
            <a:ext cx="1905000"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1350" b="1">
                <a:solidFill>
                  <a:srgbClr val="013070"/>
                </a:solidFill>
                <a:latin typeface="IBM Plex Sans Arabic"/>
                <a:ea typeface="IBM Plex Sans Arabic"/>
                <a:cs typeface="IBM Plex Sans Arabic"/>
              </a:defRPr>
            </a:pPr>
            <a:r>
              <a:rPr sz="1350" b="1">
                <a:solidFill>
                  <a:srgbClr val="013070"/>
                </a:solidFill>
                <a:latin typeface="IBM Plex Sans Arabic"/>
                <a:ea typeface="IBM Plex Sans Arabic"/>
                <a:cs typeface="IBM Plex Sans Arabic"/>
              </a:rPr>
              <a:t>لحظة الطالب</a:t>
            </a:r>
          </a:p>
        </p:txBody>
      </p:sp>
      <p:sp>
        <p:nvSpPr>
          <p:cNvPr id="7" name="بعد التوجيهي يريد جوابًا واضحًا:">
            <a:extLst xmlns:a="http://schemas.openxmlformats.org/drawingml/2006/main">
              <a:ext uri="{FF2B5EF4-FFF2-40B4-BE49-F238E27FC236}">
                <a16:creationId xmlns:a16="http://schemas.microsoft.com/office/drawing/2014/main" id="{4B52E89C-8288-4A0D-AD9C-E8968F6C4CF2}"/>
              </a:ext>
            </a:extLst>
          </p:cNvPr>
          <p:cNvSpPr>
            <a:spLocks xmlns:a="http://schemas.openxmlformats.org/drawingml/2006/main" noGrp="1"/>
          </p:cNvSpPr>
          <p:nvPr/>
        </p:nvSpPr>
        <p:spPr>
          <a:xfrm xmlns:a="http://schemas.openxmlformats.org/drawingml/2006/main">
            <a:off x="6477000" y="2266950"/>
            <a:ext cx="4714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14000"/>
              </a:lnSpc>
              <a:buNone/>
              <a:defRPr sz="2175" b="1">
                <a:solidFill>
                  <a:srgbClr val="013070"/>
                </a:solidFill>
                <a:latin typeface="IBM Plex Sans Arabic"/>
                <a:ea typeface="IBM Plex Sans Arabic"/>
                <a:cs typeface="IBM Plex Sans Arabic"/>
              </a:defRPr>
            </a:pPr>
            <a:r>
              <a:rPr sz="2175" b="1">
                <a:solidFill>
                  <a:srgbClr val="013070"/>
                </a:solidFill>
                <a:latin typeface="IBM Plex Sans Arabic"/>
                <a:ea typeface="IBM Plex Sans Arabic"/>
                <a:cs typeface="IBM Plex Sans Arabic"/>
              </a:rPr>
              <a:t>بعد التوجيهي يريد جوابًا واضحًا:</a:t>
            </a:r>
          </a:p>
        </p:txBody>
      </p:sp>
      <p:sp>
        <p:nvSpPr>
          <p:cNvPr id="8" name="">
            <a:extLst xmlns:a="http://schemas.openxmlformats.org/drawingml/2006/main">
              <a:ext uri="{FF2B5EF4-FFF2-40B4-BE49-F238E27FC236}">
                <a16:creationId xmlns:a16="http://schemas.microsoft.com/office/drawing/2014/main" id="{74022DE2-38A8-4DA3-9E63-27DB7B90E7DC}"/>
              </a:ext>
            </a:extLst>
          </p:cNvPr>
          <p:cNvSpPr>
            <a:spLocks xmlns:a="http://schemas.openxmlformats.org/drawingml/2006/main" noGrp="1"/>
          </p:cNvSpPr>
          <p:nvPr/>
        </p:nvSpPr>
        <p:spPr>
          <a:xfrm xmlns:a="http://schemas.openxmlformats.org/drawingml/2006/main">
            <a:off x="6486525" y="2838450"/>
            <a:ext cx="4705350" cy="514350"/>
          </a:xfrm>
          <a:prstGeom xmlns:a="http://schemas.openxmlformats.org/drawingml/2006/main" prst="roundRect">
            <a:avLst>
              <a:gd name="adj" fmla="val 14815"/>
            </a:avLst>
          </a:prstGeom>
          <a:solidFill xmlns:a="http://schemas.openxmlformats.org/drawingml/2006/main">
            <a:srgbClr val="F3EAD7"/>
          </a:solidFill>
          <a:ln xmlns:a="http://schemas.openxmlformats.org/drawingml/2006/main" w="12383">
            <a:solidFill>
              <a:srgbClr val="DFC98F"/>
            </a:solidFill>
          </a:ln>
        </p:spPr>
      </p:sp>
      <p:sp>
        <p:nvSpPr>
          <p:cNvPr id="9" name="يناسبني؟">
            <a:extLst xmlns:a="http://schemas.openxmlformats.org/drawingml/2006/main">
              <a:ext uri="{FF2B5EF4-FFF2-40B4-BE49-F238E27FC236}">
                <a16:creationId xmlns:a16="http://schemas.microsoft.com/office/drawing/2014/main" id="{20681571-5090-44E1-B91F-705AAB0BB666}"/>
              </a:ext>
            </a:extLst>
          </p:cNvPr>
          <p:cNvSpPr>
            <a:spLocks xmlns:a="http://schemas.openxmlformats.org/drawingml/2006/main" noGrp="1"/>
          </p:cNvSpPr>
          <p:nvPr/>
        </p:nvSpPr>
        <p:spPr>
          <a:xfrm xmlns:a="http://schemas.openxmlformats.org/drawingml/2006/main">
            <a:off x="8858250" y="2895600"/>
            <a:ext cx="21431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14000"/>
              </a:lnSpc>
              <a:buNone/>
              <a:defRPr sz="1725" b="1">
                <a:solidFill>
                  <a:srgbClr val="013070"/>
                </a:solidFill>
                <a:latin typeface="IBM Plex Sans Arabic"/>
                <a:ea typeface="IBM Plex Sans Arabic"/>
                <a:cs typeface="IBM Plex Sans Arabic"/>
              </a:defRPr>
            </a:pPr>
            <a:r>
              <a:rPr sz="1725" b="1">
                <a:solidFill>
                  <a:srgbClr val="013070"/>
                </a:solidFill>
                <a:latin typeface="IBM Plex Sans Arabic"/>
                <a:ea typeface="IBM Plex Sans Arabic"/>
                <a:cs typeface="IBM Plex Sans Arabic"/>
              </a:rPr>
              <a:t>يناسبني؟</a:t>
            </a:r>
          </a:p>
        </p:txBody>
      </p:sp>
      <p:sp>
        <p:nvSpPr>
          <p:cNvPr id="10" name="الميول والاهتمامات">
            <a:extLst xmlns:a="http://schemas.openxmlformats.org/drawingml/2006/main">
              <a:ext uri="{FF2B5EF4-FFF2-40B4-BE49-F238E27FC236}">
                <a16:creationId xmlns:a16="http://schemas.microsoft.com/office/drawing/2014/main" id="{8A43E225-FC36-4CAC-A1CA-8A04AE0C626A}"/>
              </a:ext>
            </a:extLst>
          </p:cNvPr>
          <p:cNvSpPr>
            <a:spLocks xmlns:a="http://schemas.openxmlformats.org/drawingml/2006/main" noGrp="1"/>
          </p:cNvSpPr>
          <p:nvPr/>
        </p:nvSpPr>
        <p:spPr>
          <a:xfrm xmlns:a="http://schemas.openxmlformats.org/drawingml/2006/main">
            <a:off x="6677025" y="2895600"/>
            <a:ext cx="2095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14000"/>
              </a:lnSpc>
              <a:buNone/>
              <a:defRPr sz="1500" b="0">
                <a:solidFill>
                  <a:srgbClr val="53657C"/>
                </a:solidFill>
                <a:latin typeface="IBM Plex Sans Arabic"/>
                <a:ea typeface="IBM Plex Sans Arabic"/>
                <a:cs typeface="IBM Plex Sans Arabic"/>
              </a:defRPr>
            </a:pPr>
            <a:r>
              <a:rPr sz="1500" b="0">
                <a:solidFill>
                  <a:srgbClr val="53657C"/>
                </a:solidFill>
                <a:latin typeface="IBM Plex Sans Arabic"/>
                <a:ea typeface="IBM Plex Sans Arabic"/>
                <a:cs typeface="IBM Plex Sans Arabic"/>
              </a:rPr>
              <a:t>الميول والاهتمامات</a:t>
            </a:r>
          </a:p>
        </p:txBody>
      </p:sp>
      <p:sp>
        <p:nvSpPr>
          <p:cNvPr id="11" name="">
            <a:extLst xmlns:a="http://schemas.openxmlformats.org/drawingml/2006/main">
              <a:ext uri="{FF2B5EF4-FFF2-40B4-BE49-F238E27FC236}">
                <a16:creationId xmlns:a16="http://schemas.microsoft.com/office/drawing/2014/main" id="{9960C32C-FF3D-44CF-BC0B-9842FA991B54}"/>
              </a:ext>
            </a:extLst>
          </p:cNvPr>
          <p:cNvSpPr>
            <a:spLocks xmlns:a="http://schemas.openxmlformats.org/drawingml/2006/main" noGrp="1"/>
          </p:cNvSpPr>
          <p:nvPr/>
        </p:nvSpPr>
        <p:spPr>
          <a:xfrm xmlns:a="http://schemas.openxmlformats.org/drawingml/2006/main">
            <a:off x="6486525" y="3467100"/>
            <a:ext cx="4705350" cy="514350"/>
          </a:xfrm>
          <a:prstGeom xmlns:a="http://schemas.openxmlformats.org/drawingml/2006/main" prst="roundRect">
            <a:avLst>
              <a:gd name="adj" fmla="val 14815"/>
            </a:avLst>
          </a:prstGeom>
          <a:solidFill xmlns:a="http://schemas.openxmlformats.org/drawingml/2006/main">
            <a:srgbClr val="EEF3F8"/>
          </a:solidFill>
          <a:ln xmlns:a="http://schemas.openxmlformats.org/drawingml/2006/main" w="12383">
            <a:solidFill>
              <a:srgbClr val="D4DEE9"/>
            </a:solidFill>
          </a:ln>
        </p:spPr>
      </p:sp>
      <p:sp>
        <p:nvSpPr>
          <p:cNvPr id="12" name="أستطيع التقديم؟">
            <a:extLst xmlns:a="http://schemas.openxmlformats.org/drawingml/2006/main">
              <a:ext uri="{FF2B5EF4-FFF2-40B4-BE49-F238E27FC236}">
                <a16:creationId xmlns:a16="http://schemas.microsoft.com/office/drawing/2014/main" id="{57BD7AB2-371F-4F64-8205-9C278FBD0411}"/>
              </a:ext>
            </a:extLst>
          </p:cNvPr>
          <p:cNvSpPr>
            <a:spLocks xmlns:a="http://schemas.openxmlformats.org/drawingml/2006/main" noGrp="1"/>
          </p:cNvSpPr>
          <p:nvPr/>
        </p:nvSpPr>
        <p:spPr>
          <a:xfrm xmlns:a="http://schemas.openxmlformats.org/drawingml/2006/main">
            <a:off x="8858250" y="3524250"/>
            <a:ext cx="21431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14000"/>
              </a:lnSpc>
              <a:buNone/>
              <a:defRPr sz="1725" b="1">
                <a:solidFill>
                  <a:srgbClr val="013070"/>
                </a:solidFill>
                <a:latin typeface="IBM Plex Sans Arabic"/>
                <a:ea typeface="IBM Plex Sans Arabic"/>
                <a:cs typeface="IBM Plex Sans Arabic"/>
              </a:defRPr>
            </a:pPr>
            <a:r>
              <a:rPr sz="1725" b="1">
                <a:solidFill>
                  <a:srgbClr val="013070"/>
                </a:solidFill>
                <a:latin typeface="IBM Plex Sans Arabic"/>
                <a:ea typeface="IBM Plex Sans Arabic"/>
                <a:cs typeface="IBM Plex Sans Arabic"/>
              </a:rPr>
              <a:t>أستطيع التقديم؟</a:t>
            </a:r>
          </a:p>
        </p:txBody>
      </p:sp>
      <p:sp>
        <p:nvSpPr>
          <p:cNvPr id="13" name="الشروط والقبول">
            <a:extLst xmlns:a="http://schemas.openxmlformats.org/drawingml/2006/main">
              <a:ext uri="{FF2B5EF4-FFF2-40B4-BE49-F238E27FC236}">
                <a16:creationId xmlns:a16="http://schemas.microsoft.com/office/drawing/2014/main" id="{61EB120E-B46A-4666-AF1F-ECC2D537778B}"/>
              </a:ext>
            </a:extLst>
          </p:cNvPr>
          <p:cNvSpPr>
            <a:spLocks xmlns:a="http://schemas.openxmlformats.org/drawingml/2006/main" noGrp="1"/>
          </p:cNvSpPr>
          <p:nvPr/>
        </p:nvSpPr>
        <p:spPr>
          <a:xfrm xmlns:a="http://schemas.openxmlformats.org/drawingml/2006/main">
            <a:off x="6677025" y="3524250"/>
            <a:ext cx="2095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14000"/>
              </a:lnSpc>
              <a:buNone/>
              <a:defRPr sz="1500" b="0">
                <a:solidFill>
                  <a:srgbClr val="53657C"/>
                </a:solidFill>
                <a:latin typeface="IBM Plex Sans Arabic"/>
                <a:ea typeface="IBM Plex Sans Arabic"/>
                <a:cs typeface="IBM Plex Sans Arabic"/>
              </a:defRPr>
            </a:pPr>
            <a:r>
              <a:rPr sz="1500" b="0">
                <a:solidFill>
                  <a:srgbClr val="53657C"/>
                </a:solidFill>
                <a:latin typeface="IBM Plex Sans Arabic"/>
                <a:ea typeface="IBM Plex Sans Arabic"/>
                <a:cs typeface="IBM Plex Sans Arabic"/>
              </a:rPr>
              <a:t>الشروط والقبول</a:t>
            </a:r>
          </a:p>
        </p:txBody>
      </p:sp>
      <p:sp>
        <p:nvSpPr>
          <p:cNvPr id="14" name="">
            <a:extLst xmlns:a="http://schemas.openxmlformats.org/drawingml/2006/main">
              <a:ext uri="{FF2B5EF4-FFF2-40B4-BE49-F238E27FC236}">
                <a16:creationId xmlns:a16="http://schemas.microsoft.com/office/drawing/2014/main" id="{A5E6B150-7061-43F9-A099-6B675024D552}"/>
              </a:ext>
            </a:extLst>
          </p:cNvPr>
          <p:cNvSpPr>
            <a:spLocks xmlns:a="http://schemas.openxmlformats.org/drawingml/2006/main" noGrp="1"/>
          </p:cNvSpPr>
          <p:nvPr/>
        </p:nvSpPr>
        <p:spPr>
          <a:xfrm xmlns:a="http://schemas.openxmlformats.org/drawingml/2006/main">
            <a:off x="6486525" y="4095750"/>
            <a:ext cx="4705350" cy="514350"/>
          </a:xfrm>
          <a:prstGeom xmlns:a="http://schemas.openxmlformats.org/drawingml/2006/main" prst="roundRect">
            <a:avLst>
              <a:gd name="adj" fmla="val 14815"/>
            </a:avLst>
          </a:prstGeom>
          <a:solidFill xmlns:a="http://schemas.openxmlformats.org/drawingml/2006/main">
            <a:srgbClr val="EEF3F8"/>
          </a:solidFill>
          <a:ln xmlns:a="http://schemas.openxmlformats.org/drawingml/2006/main" w="12383">
            <a:solidFill>
              <a:srgbClr val="D4DEE9"/>
            </a:solidFill>
          </a:ln>
        </p:spPr>
      </p:sp>
      <p:sp>
        <p:nvSpPr>
          <p:cNvPr id="15" name="تستطيع أسرتي تحمّله؟">
            <a:extLst xmlns:a="http://schemas.openxmlformats.org/drawingml/2006/main">
              <a:ext uri="{FF2B5EF4-FFF2-40B4-BE49-F238E27FC236}">
                <a16:creationId xmlns:a16="http://schemas.microsoft.com/office/drawing/2014/main" id="{D9C1D689-DED9-418B-A013-C4575574F989}"/>
              </a:ext>
            </a:extLst>
          </p:cNvPr>
          <p:cNvSpPr>
            <a:spLocks xmlns:a="http://schemas.openxmlformats.org/drawingml/2006/main" noGrp="1"/>
          </p:cNvSpPr>
          <p:nvPr/>
        </p:nvSpPr>
        <p:spPr>
          <a:xfrm xmlns:a="http://schemas.openxmlformats.org/drawingml/2006/main">
            <a:off x="8858250" y="4152900"/>
            <a:ext cx="21431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14000"/>
              </a:lnSpc>
              <a:buNone/>
              <a:defRPr sz="1725" b="1">
                <a:solidFill>
                  <a:srgbClr val="013070"/>
                </a:solidFill>
                <a:latin typeface="IBM Plex Sans Arabic"/>
                <a:ea typeface="IBM Plex Sans Arabic"/>
                <a:cs typeface="IBM Plex Sans Arabic"/>
              </a:defRPr>
            </a:pPr>
            <a:r>
              <a:rPr sz="1725" b="1">
                <a:solidFill>
                  <a:srgbClr val="013070"/>
                </a:solidFill>
                <a:latin typeface="IBM Plex Sans Arabic"/>
                <a:ea typeface="IBM Plex Sans Arabic"/>
                <a:cs typeface="IBM Plex Sans Arabic"/>
              </a:rPr>
              <a:t>تستطيع أسرتي تحمّله؟</a:t>
            </a:r>
          </a:p>
        </p:txBody>
      </p:sp>
      <p:sp>
        <p:nvSpPr>
          <p:cNvPr id="16" name="الرسوم والكلفة">
            <a:extLst xmlns:a="http://schemas.openxmlformats.org/drawingml/2006/main">
              <a:ext uri="{FF2B5EF4-FFF2-40B4-BE49-F238E27FC236}">
                <a16:creationId xmlns:a16="http://schemas.microsoft.com/office/drawing/2014/main" id="{6E4711BE-D906-4A78-979C-2BC4495A6FB5}"/>
              </a:ext>
            </a:extLst>
          </p:cNvPr>
          <p:cNvSpPr>
            <a:spLocks xmlns:a="http://schemas.openxmlformats.org/drawingml/2006/main" noGrp="1"/>
          </p:cNvSpPr>
          <p:nvPr/>
        </p:nvSpPr>
        <p:spPr>
          <a:xfrm xmlns:a="http://schemas.openxmlformats.org/drawingml/2006/main">
            <a:off x="6677025" y="4152900"/>
            <a:ext cx="2095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14000"/>
              </a:lnSpc>
              <a:buNone/>
              <a:defRPr sz="1500" b="0">
                <a:solidFill>
                  <a:srgbClr val="53657C"/>
                </a:solidFill>
                <a:latin typeface="IBM Plex Sans Arabic"/>
                <a:ea typeface="IBM Plex Sans Arabic"/>
                <a:cs typeface="IBM Plex Sans Arabic"/>
              </a:defRPr>
            </a:pPr>
            <a:r>
              <a:rPr sz="1500" b="0">
                <a:solidFill>
                  <a:srgbClr val="53657C"/>
                </a:solidFill>
                <a:latin typeface="IBM Plex Sans Arabic"/>
                <a:ea typeface="IBM Plex Sans Arabic"/>
                <a:cs typeface="IBM Plex Sans Arabic"/>
              </a:rPr>
              <a:t>الرسوم والكلفة</a:t>
            </a:r>
          </a:p>
        </p:txBody>
      </p:sp>
      <p:sp>
        <p:nvSpPr>
          <p:cNvPr id="17" name="">
            <a:extLst xmlns:a="http://schemas.openxmlformats.org/drawingml/2006/main">
              <a:ext uri="{FF2B5EF4-FFF2-40B4-BE49-F238E27FC236}">
                <a16:creationId xmlns:a16="http://schemas.microsoft.com/office/drawing/2014/main" id="{570C8514-0161-48A8-8194-BB392F8E4B39}"/>
              </a:ext>
            </a:extLst>
          </p:cNvPr>
          <p:cNvSpPr>
            <a:spLocks xmlns:a="http://schemas.openxmlformats.org/drawingml/2006/main" noGrp="1"/>
          </p:cNvSpPr>
          <p:nvPr/>
        </p:nvSpPr>
        <p:spPr>
          <a:xfrm xmlns:a="http://schemas.openxmlformats.org/drawingml/2006/main">
            <a:off x="571500" y="1581150"/>
            <a:ext cx="5095875" cy="1495425"/>
          </a:xfrm>
          <a:prstGeom xmlns:a="http://schemas.openxmlformats.org/drawingml/2006/main" prst="roundRect">
            <a:avLst>
              <a:gd name="adj" fmla="val 5096"/>
            </a:avLst>
          </a:prstGeom>
          <a:solidFill xmlns:a="http://schemas.openxmlformats.org/drawingml/2006/main">
            <a:srgbClr val="FFFFFF"/>
          </a:solidFill>
          <a:ln xmlns:a="http://schemas.openxmlformats.org/drawingml/2006/main" w="12383">
            <a:solidFill>
              <a:srgbClr val="D4DEE9"/>
            </a:solidFill>
          </a:ln>
        </p:spPr>
      </p:sp>
      <p:sp>
        <p:nvSpPr>
          <p:cNvPr id="18" name="116,366">
            <a:extLst xmlns:a="http://schemas.openxmlformats.org/drawingml/2006/main">
              <a:ext uri="{FF2B5EF4-FFF2-40B4-BE49-F238E27FC236}">
                <a16:creationId xmlns:a16="http://schemas.microsoft.com/office/drawing/2014/main" id="{BF4C2CCD-019C-4A06-B903-0C226EE79D45}"/>
              </a:ext>
            </a:extLst>
          </p:cNvPr>
          <p:cNvSpPr>
            <a:spLocks xmlns:a="http://schemas.openxmlformats.org/drawingml/2006/main" noGrp="1"/>
          </p:cNvSpPr>
          <p:nvPr/>
        </p:nvSpPr>
        <p:spPr>
          <a:xfrm xmlns:a="http://schemas.openxmlformats.org/drawingml/2006/main">
            <a:off x="809625" y="1677353"/>
            <a:ext cx="4619625" cy="817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4275" b="1">
                <a:solidFill>
                  <a:srgbClr val="013070"/>
                </a:solidFill>
                <a:latin typeface="IBM Plex Sans Arabic"/>
                <a:ea typeface="IBM Plex Sans Arabic"/>
                <a:cs typeface="IBM Plex Sans Arabic"/>
              </a:defRPr>
            </a:pPr>
            <a:r>
              <a:rPr sz="4275" b="1">
                <a:solidFill>
                  <a:srgbClr val="013070"/>
                </a:solidFill>
                <a:latin typeface="IBM Plex Sans Arabic"/>
                <a:ea typeface="IBM Plex Sans Arabic"/>
                <a:cs typeface="IBM Plex Sans Arabic"/>
              </a:rPr>
              <a:t>116,366</a:t>
            </a:r>
          </a:p>
        </p:txBody>
      </p:sp>
      <p:sp>
        <p:nvSpPr>
          <p:cNvPr id="19" name="ناجحًا في التوجيهي 2026">
            <a:extLst xmlns:a="http://schemas.openxmlformats.org/drawingml/2006/main">
              <a:ext uri="{FF2B5EF4-FFF2-40B4-BE49-F238E27FC236}">
                <a16:creationId xmlns:a16="http://schemas.microsoft.com/office/drawing/2014/main" id="{5BD4168D-3AD5-48EC-BB3A-178FCB2F1545}"/>
              </a:ext>
            </a:extLst>
          </p:cNvPr>
          <p:cNvSpPr>
            <a:spLocks xmlns:a="http://schemas.openxmlformats.org/drawingml/2006/main" noGrp="1"/>
          </p:cNvSpPr>
          <p:nvPr/>
        </p:nvSpPr>
        <p:spPr>
          <a:xfrm xmlns:a="http://schemas.openxmlformats.org/drawingml/2006/main">
            <a:off x="809625" y="2447925"/>
            <a:ext cx="4619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1800" b="1">
                <a:solidFill>
                  <a:srgbClr val="53657C"/>
                </a:solidFill>
                <a:latin typeface="IBM Plex Sans Arabic"/>
                <a:ea typeface="IBM Plex Sans Arabic"/>
                <a:cs typeface="IBM Plex Sans Arabic"/>
              </a:defRPr>
            </a:pPr>
            <a:r>
              <a:rPr sz="1800" b="1">
                <a:solidFill>
                  <a:srgbClr val="53657C"/>
                </a:solidFill>
                <a:latin typeface="IBM Plex Sans Arabic"/>
                <a:ea typeface="IBM Plex Sans Arabic"/>
                <a:cs typeface="IBM Plex Sans Arabic"/>
              </a:rPr>
              <a:t>ناجحًا في التوجيهي 2026</a:t>
            </a:r>
          </a:p>
        </p:txBody>
      </p:sp>
      <p:sp>
        <p:nvSpPr>
          <p:cNvPr id="20" name="">
            <a:extLst xmlns:a="http://schemas.openxmlformats.org/drawingml/2006/main">
              <a:ext uri="{FF2B5EF4-FFF2-40B4-BE49-F238E27FC236}">
                <a16:creationId xmlns:a16="http://schemas.microsoft.com/office/drawing/2014/main" id="{477811BE-257B-4F1E-BC38-4021E3F6061B}"/>
              </a:ext>
            </a:extLst>
          </p:cNvPr>
          <p:cNvSpPr>
            <a:spLocks xmlns:a="http://schemas.openxmlformats.org/drawingml/2006/main" noGrp="1"/>
          </p:cNvSpPr>
          <p:nvPr/>
        </p:nvSpPr>
        <p:spPr>
          <a:xfrm xmlns:a="http://schemas.openxmlformats.org/drawingml/2006/main">
            <a:off x="571500" y="3238500"/>
            <a:ext cx="5095875" cy="1600200"/>
          </a:xfrm>
          <a:prstGeom xmlns:a="http://schemas.openxmlformats.org/drawingml/2006/main" prst="roundRect">
            <a:avLst>
              <a:gd name="adj" fmla="val 4762"/>
            </a:avLst>
          </a:prstGeom>
          <a:solidFill xmlns:a="http://schemas.openxmlformats.org/drawingml/2006/main">
            <a:srgbClr val="F3EAD7"/>
          </a:solidFill>
          <a:ln xmlns:a="http://schemas.openxmlformats.org/drawingml/2006/main" w="12383">
            <a:solidFill>
              <a:srgbClr val="DFC98F"/>
            </a:solidFill>
          </a:ln>
        </p:spPr>
      </p:sp>
      <p:sp>
        <p:nvSpPr>
          <p:cNvPr id="21" name="607">
            <a:extLst xmlns:a="http://schemas.openxmlformats.org/drawingml/2006/main">
              <a:ext uri="{FF2B5EF4-FFF2-40B4-BE49-F238E27FC236}">
                <a16:creationId xmlns:a16="http://schemas.microsoft.com/office/drawing/2014/main" id="{9463BE36-F6C6-4DDF-AA0C-77025E23C5A3}"/>
              </a:ext>
            </a:extLst>
          </p:cNvPr>
          <p:cNvSpPr>
            <a:spLocks xmlns:a="http://schemas.openxmlformats.org/drawingml/2006/main" noGrp="1"/>
          </p:cNvSpPr>
          <p:nvPr/>
        </p:nvSpPr>
        <p:spPr>
          <a:xfrm xmlns:a="http://schemas.openxmlformats.org/drawingml/2006/main">
            <a:off x="809625" y="3295650"/>
            <a:ext cx="4619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5250" b="1">
                <a:solidFill>
                  <a:srgbClr val="C8A04C"/>
                </a:solidFill>
                <a:latin typeface="IBM Plex Sans Arabic"/>
                <a:ea typeface="IBM Plex Sans Arabic"/>
                <a:cs typeface="IBM Plex Sans Arabic"/>
              </a:defRPr>
            </a:pPr>
            <a:r>
              <a:rPr sz="5250" b="1">
                <a:solidFill>
                  <a:srgbClr val="C8A04C"/>
                </a:solidFill>
                <a:latin typeface="IBM Plex Sans Arabic"/>
                <a:ea typeface="IBM Plex Sans Arabic"/>
                <a:cs typeface="IBM Plex Sans Arabic"/>
              </a:rPr>
              <a:t>607</a:t>
            </a:r>
          </a:p>
        </p:txBody>
      </p:sp>
      <p:sp>
        <p:nvSpPr>
          <p:cNvPr id="22" name="عروض برامج بكالوريوس">
            <a:extLst xmlns:a="http://schemas.openxmlformats.org/drawingml/2006/main">
              <a:ext uri="{FF2B5EF4-FFF2-40B4-BE49-F238E27FC236}">
                <a16:creationId xmlns:a16="http://schemas.microsoft.com/office/drawing/2014/main" id="{67F9AA9A-9CF4-4444-8C25-D4F52971D032}"/>
              </a:ext>
            </a:extLst>
          </p:cNvPr>
          <p:cNvSpPr>
            <a:spLocks xmlns:a="http://schemas.openxmlformats.org/drawingml/2006/main" noGrp="1"/>
          </p:cNvSpPr>
          <p:nvPr/>
        </p:nvSpPr>
        <p:spPr>
          <a:xfrm xmlns:a="http://schemas.openxmlformats.org/drawingml/2006/main">
            <a:off x="809625" y="4171950"/>
            <a:ext cx="4619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1950" b="1">
                <a:solidFill>
                  <a:srgbClr val="013070"/>
                </a:solidFill>
                <a:latin typeface="IBM Plex Sans Arabic"/>
                <a:ea typeface="IBM Plex Sans Arabic"/>
                <a:cs typeface="IBM Plex Sans Arabic"/>
              </a:defRPr>
            </a:pPr>
            <a:r>
              <a:rPr sz="1950" b="1">
                <a:solidFill>
                  <a:srgbClr val="013070"/>
                </a:solidFill>
                <a:latin typeface="IBM Plex Sans Arabic"/>
                <a:ea typeface="IBM Plex Sans Arabic"/>
                <a:cs typeface="IBM Plex Sans Arabic"/>
              </a:rPr>
              <a:t>عروض برامج بكالوريوس</a:t>
            </a:r>
          </a:p>
        </p:txBody>
      </p:sp>
      <p:sp>
        <p:nvSpPr>
          <p:cNvPr id="23" name="">
            <a:extLst xmlns:a="http://schemas.openxmlformats.org/drawingml/2006/main">
              <a:ext uri="{FF2B5EF4-FFF2-40B4-BE49-F238E27FC236}">
                <a16:creationId xmlns:a16="http://schemas.microsoft.com/office/drawing/2014/main" id="{1AB8C986-7D40-4F96-92DE-5B35EDADCDE2}"/>
              </a:ext>
            </a:extLst>
          </p:cNvPr>
          <p:cNvSpPr>
            <a:spLocks xmlns:a="http://schemas.openxmlformats.org/drawingml/2006/main" noGrp="1"/>
          </p:cNvSpPr>
          <p:nvPr/>
        </p:nvSpPr>
        <p:spPr>
          <a:xfrm xmlns:a="http://schemas.openxmlformats.org/drawingml/2006/main">
            <a:off x="666750" y="5105400"/>
            <a:ext cx="10810875" cy="666750"/>
          </a:xfrm>
          <a:prstGeom xmlns:a="http://schemas.openxmlformats.org/drawingml/2006/main" prst="roundRect">
            <a:avLst>
              <a:gd name="adj" fmla="val 11429"/>
            </a:avLst>
          </a:prstGeom>
          <a:solidFill xmlns:a="http://schemas.openxmlformats.org/drawingml/2006/main">
            <a:srgbClr val="013070"/>
          </a:solidFill>
          <a:ln xmlns:a="http://schemas.openxmlformats.org/drawingml/2006/main" w="12383">
            <a:solidFill>
              <a:srgbClr val="013070"/>
            </a:solidFill>
          </a:ln>
        </p:spPr>
      </p:sp>
      <p:sp>
        <p:nvSpPr>
          <p:cNvPr id="24" name="المشكلة: القبول والرسوم والكلفة والسوق لا تجت">
            <a:extLst xmlns:a="http://schemas.openxmlformats.org/drawingml/2006/main">
              <a:ext uri="{FF2B5EF4-FFF2-40B4-BE49-F238E27FC236}">
                <a16:creationId xmlns:a16="http://schemas.microsoft.com/office/drawing/2014/main" id="{6F9E6C2D-7231-40CE-8EC6-D2EA062566CF}"/>
              </a:ext>
            </a:extLst>
          </p:cNvPr>
          <p:cNvSpPr>
            <a:spLocks xmlns:a="http://schemas.openxmlformats.org/drawingml/2006/main" noGrp="1"/>
          </p:cNvSpPr>
          <p:nvPr/>
        </p:nvSpPr>
        <p:spPr>
          <a:xfrm xmlns:a="http://schemas.openxmlformats.org/drawingml/2006/main">
            <a:off x="876300" y="5200650"/>
            <a:ext cx="103917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1950" b="1">
                <a:solidFill>
                  <a:srgbClr val="FFFFFF"/>
                </a:solidFill>
                <a:latin typeface="IBM Plex Sans Arabic"/>
                <a:ea typeface="IBM Plex Sans Arabic"/>
                <a:cs typeface="IBM Plex Sans Arabic"/>
              </a:defRPr>
            </a:pPr>
            <a:r>
              <a:rPr sz="1950" b="1">
                <a:solidFill>
                  <a:srgbClr val="FFFFFF"/>
                </a:solidFill>
                <a:latin typeface="IBM Plex Sans Arabic"/>
                <a:ea typeface="IBM Plex Sans Arabic"/>
                <a:cs typeface="IBM Plex Sans Arabic"/>
              </a:rPr>
              <a:t>المشكلة: القبول والرسوم والكلفة والسوق لا تجتمع حول الطالب في قرار واحد</a:t>
            </a:r>
          </a:p>
        </p:txBody>
      </p:sp>
      <p:sp>
        <p:nvSpPr>
          <p:cNvPr id="25" name="المصدر: وزارة التربية والتعليم • وحدة تنسيق ا">
            <a:extLst xmlns:a="http://schemas.openxmlformats.org/drawingml/2006/main">
              <a:ext uri="{FF2B5EF4-FFF2-40B4-BE49-F238E27FC236}">
                <a16:creationId xmlns:a16="http://schemas.microsoft.com/office/drawing/2014/main" id="{8F03DB70-33B2-46BF-A200-CB74FB848B35}"/>
              </a:ext>
            </a:extLst>
          </p:cNvPr>
          <p:cNvSpPr>
            <a:spLocks xmlns:a="http://schemas.openxmlformats.org/drawingml/2006/main" noGrp="1"/>
          </p:cNvSpPr>
          <p:nvPr/>
        </p:nvSpPr>
        <p:spPr>
          <a:xfrm xmlns:a="http://schemas.openxmlformats.org/drawingml/2006/main">
            <a:off x="762000" y="5966460"/>
            <a:ext cx="10668000"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1350" b="0">
                <a:solidFill>
                  <a:srgbClr val="53657C"/>
                </a:solidFill>
                <a:latin typeface="IBM Plex Sans Arabic"/>
                <a:ea typeface="IBM Plex Sans Arabic"/>
                <a:cs typeface="IBM Plex Sans Arabic"/>
              </a:defRPr>
            </a:pPr>
            <a:r>
              <a:rPr sz="1350" b="0">
                <a:solidFill>
                  <a:srgbClr val="53657C"/>
                </a:solidFill>
                <a:latin typeface="IBM Plex Sans Arabic"/>
                <a:ea typeface="IBM Plex Sans Arabic"/>
                <a:cs typeface="IBM Plex Sans Arabic"/>
              </a:rPr>
              <a:t>المصدر: وزارة التربية والتعليم • وحدة تنسيق القبول الموحد، آب 2026</a:t>
            </a:r>
          </a:p>
        </p:txBody>
      </p:sp>
    </p:spTree>
    <p:extLst>
      <p:ext uri="{BB962C8B-B14F-4D97-AF65-F5344CB8AC3E}">
        <p14:creationId xmlns:p14="http://schemas.microsoft.com/office/powerpoint/2010/main" val="471679489"/>
      </p:ext>
    </p:extLst>
  </p:cSld>
</p:sld>
</file>

<file path=ppt/slides/slide3.xml><?xml version="1.0" encoding="utf-8"?>
<p:sld xmlns:p="http://schemas.openxmlformats.org/presentationml/2006/main">
  <p:cSld>
    <p:bg>
      <p:bgPr>
        <a:solidFill xmlns:a="http://schemas.openxmlformats.org/drawingml/2006/main">
          <a:srgbClr val="011F4D"/>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ba892197e114f41"/>
          <a:stretch xmlns:a="http://schemas.openxmlformats.org/drawingml/2006/main"/>
        </p:blipFill>
        <p:spPr>
          <a:xfrm xmlns:a="http://schemas.openxmlformats.org/drawingml/2006/main">
            <a:off x="11125200" y="400050"/>
            <a:ext cx="552450" cy="552450"/>
          </a:xfrm>
          <a:prstGeom xmlns:a="http://schemas.openxmlformats.org/drawingml/2006/main" prst="rect">
            <a:avLst/>
          </a:prstGeom>
        </p:spPr>
      </p:pic>
      <p:sp>
        <p:nvSpPr>
          <p:cNvPr id="2" name="الحل: من الاهتمام إلى قائمة قصيرة">
            <a:extLst xmlns:a="http://schemas.openxmlformats.org/drawingml/2006/main">
              <a:ext uri="{FF2B5EF4-FFF2-40B4-BE49-F238E27FC236}">
                <a16:creationId xmlns:a16="http://schemas.microsoft.com/office/drawing/2014/main" id="{3AFD930C-0D64-4A18-A7AD-055F435E188A}"/>
              </a:ext>
            </a:extLst>
          </p:cNvPr>
          <p:cNvSpPr>
            <a:spLocks xmlns:a="http://schemas.openxmlformats.org/drawingml/2006/main" noGrp="1"/>
          </p:cNvSpPr>
          <p:nvPr/>
        </p:nvSpPr>
        <p:spPr>
          <a:xfrm xmlns:a="http://schemas.openxmlformats.org/drawingml/2006/main">
            <a:off x="571500" y="476250"/>
            <a:ext cx="1028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14000"/>
              </a:lnSpc>
              <a:buNone/>
              <a:defRPr sz="3300" b="1">
                <a:solidFill>
                  <a:srgbClr val="FFFFFF"/>
                </a:solidFill>
                <a:latin typeface="IBM Plex Sans Arabic"/>
                <a:ea typeface="IBM Plex Sans Arabic"/>
                <a:cs typeface="IBM Plex Sans Arabic"/>
              </a:defRPr>
            </a:pPr>
            <a:r>
              <a:rPr sz="3300" b="1">
                <a:solidFill>
                  <a:srgbClr val="FFFFFF"/>
                </a:solidFill>
                <a:latin typeface="IBM Plex Sans Arabic"/>
                <a:ea typeface="IBM Plex Sans Arabic"/>
                <a:cs typeface="IBM Plex Sans Arabic"/>
              </a:rPr>
              <a:t>الحل: من الاهتمام إلى قائمة قصيرة</a:t>
            </a:r>
          </a:p>
        </p:txBody>
      </p:sp>
      <p:sp>
        <p:nvSpPr>
          <p:cNvPr id="3" name="03">
            <a:extLst xmlns:a="http://schemas.openxmlformats.org/drawingml/2006/main">
              <a:ext uri="{FF2B5EF4-FFF2-40B4-BE49-F238E27FC236}">
                <a16:creationId xmlns:a16="http://schemas.microsoft.com/office/drawing/2014/main" id="{3BFF29FB-E134-429D-A1FB-6D58CC78054D}"/>
              </a:ext>
            </a:extLst>
          </p:cNvPr>
          <p:cNvSpPr>
            <a:spLocks xmlns:a="http://schemas.openxmlformats.org/drawingml/2006/main" noGrp="1"/>
          </p:cNvSpPr>
          <p:nvPr/>
        </p:nvSpPr>
        <p:spPr>
          <a:xfrm xmlns:a="http://schemas.openxmlformats.org/drawingml/2006/main">
            <a:off x="571500" y="6376035"/>
            <a:ext cx="619125"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14000"/>
              </a:lnSpc>
              <a:buNone/>
              <a:defRPr sz="1350" b="0">
                <a:solidFill>
                  <a:srgbClr val="D1DEED"/>
                </a:solidFill>
                <a:latin typeface="IBM Plex Sans Arabic"/>
                <a:ea typeface="IBM Plex Sans Arabic"/>
                <a:cs typeface="IBM Plex Sans Arabic"/>
              </a:defRPr>
            </a:pPr>
            <a:r>
              <a:rPr sz="1350" b="0">
                <a:solidFill>
                  <a:srgbClr val="D1DEED"/>
                </a:solidFill>
                <a:latin typeface="IBM Plex Sans Arabic"/>
                <a:ea typeface="IBM Plex Sans Arabic"/>
                <a:cs typeface="IBM Plex Sans Arabic"/>
              </a:rPr>
              <a:t>03</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244ed8f8d43c45ab"/>
          <a:stretch xmlns:a="http://schemas.openxmlformats.org/drawingml/2006/main"/>
        </p:blipFill>
        <p:spPr>
          <a:xfrm xmlns:a="http://schemas.openxmlformats.org/drawingml/2006/main">
            <a:off x="76200" y="57150"/>
            <a:ext cx="4178300" cy="62674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4DE4D26-6B2F-4525-9344-A358DAA98861}"/>
              </a:ext>
            </a:extLst>
          </p:cNvPr>
          <p:cNvSpPr>
            <a:spLocks xmlns:a="http://schemas.openxmlformats.org/drawingml/2006/main" noGrp="1"/>
          </p:cNvSpPr>
          <p:nvPr/>
        </p:nvSpPr>
        <p:spPr>
          <a:xfrm xmlns:a="http://schemas.openxmlformats.org/drawingml/2006/main">
            <a:off x="8096250" y="1381125"/>
            <a:ext cx="3381375" cy="381000"/>
          </a:xfrm>
          <a:prstGeom xmlns:a="http://schemas.openxmlformats.org/drawingml/2006/main" prst="roundRect">
            <a:avLst>
              <a:gd name="adj" fmla="val 20000"/>
            </a:avLst>
          </a:prstGeom>
          <a:solidFill xmlns:a="http://schemas.openxmlformats.org/drawingml/2006/main">
            <a:srgbClr val="123D76"/>
          </a:solidFill>
          <a:ln xmlns:a="http://schemas.openxmlformats.org/drawingml/2006/main" w="12383">
            <a:solidFill>
              <a:srgbClr val="58749B"/>
            </a:solidFill>
          </a:ln>
        </p:spPr>
      </p:sp>
      <p:sp>
        <p:nvSpPr>
          <p:cNvPr id="6" name="نسخة ويب محلية  •  عربي + English">
            <a:extLst xmlns:a="http://schemas.openxmlformats.org/drawingml/2006/main">
              <a:ext uri="{FF2B5EF4-FFF2-40B4-BE49-F238E27FC236}">
                <a16:creationId xmlns:a16="http://schemas.microsoft.com/office/drawing/2014/main" id="{327994E6-0E66-4F51-83B4-1191EEAB90E8}"/>
              </a:ext>
            </a:extLst>
          </p:cNvPr>
          <p:cNvSpPr>
            <a:spLocks xmlns:a="http://schemas.openxmlformats.org/drawingml/2006/main" noGrp="1"/>
          </p:cNvSpPr>
          <p:nvPr/>
        </p:nvSpPr>
        <p:spPr>
          <a:xfrm xmlns:a="http://schemas.openxmlformats.org/drawingml/2006/main">
            <a:off x="8191500" y="1408748"/>
            <a:ext cx="3190875"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1350" b="1">
                <a:solidFill>
                  <a:srgbClr val="FFFFFF"/>
                </a:solidFill>
                <a:latin typeface="IBM Plex Sans Arabic"/>
                <a:ea typeface="IBM Plex Sans Arabic"/>
                <a:cs typeface="IBM Plex Sans Arabic"/>
              </a:defRPr>
            </a:pPr>
            <a:r>
              <a:rPr sz="1350" b="1">
                <a:solidFill>
                  <a:srgbClr val="FFFFFF"/>
                </a:solidFill>
                <a:latin typeface="IBM Plex Sans Arabic"/>
                <a:ea typeface="IBM Plex Sans Arabic"/>
                <a:cs typeface="IBM Plex Sans Arabic"/>
              </a:rPr>
              <a:t>نسخة ويب محلية  •  عربي + English</a:t>
            </a:r>
          </a:p>
        </p:txBody>
      </p:sp>
      <p:sp>
        <p:nvSpPr>
          <p:cNvPr id="7" name="1  اكتشف نقطة البداية">
            <a:extLst xmlns:a="http://schemas.openxmlformats.org/drawingml/2006/main">
              <a:ext uri="{FF2B5EF4-FFF2-40B4-BE49-F238E27FC236}">
                <a16:creationId xmlns:a16="http://schemas.microsoft.com/office/drawing/2014/main" id="{FE28C62D-ACCF-4523-9A6C-1BB2352CAA7A}"/>
              </a:ext>
            </a:extLst>
          </p:cNvPr>
          <p:cNvSpPr>
            <a:spLocks xmlns:a="http://schemas.openxmlformats.org/drawingml/2006/main" noGrp="1"/>
          </p:cNvSpPr>
          <p:nvPr/>
        </p:nvSpPr>
        <p:spPr>
          <a:xfrm xmlns:a="http://schemas.openxmlformats.org/drawingml/2006/main">
            <a:off x="4524375" y="1952625"/>
            <a:ext cx="695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14000"/>
              </a:lnSpc>
              <a:buNone/>
              <a:defRPr sz="2550" b="1">
                <a:solidFill>
                  <a:srgbClr val="C8A04C"/>
                </a:solidFill>
                <a:latin typeface="IBM Plex Sans Arabic"/>
                <a:ea typeface="IBM Plex Sans Arabic"/>
                <a:cs typeface="IBM Plex Sans Arabic"/>
              </a:defRPr>
            </a:pPr>
            <a:r>
              <a:rPr sz="2550" b="1">
                <a:solidFill>
                  <a:srgbClr val="C8A04C"/>
                </a:solidFill>
                <a:latin typeface="IBM Plex Sans Arabic"/>
                <a:ea typeface="IBM Plex Sans Arabic"/>
                <a:cs typeface="IBM Plex Sans Arabic"/>
              </a:rPr>
              <a:t>1  اكتشف نقطة البداية</a:t>
            </a:r>
          </a:p>
        </p:txBody>
      </p:sp>
      <p:sp>
        <p:nvSpPr>
          <p:cNvPr id="8" name="أسئلة استكشاف ذاتي تبني قائمة أولية">
            <a:extLst xmlns:a="http://schemas.openxmlformats.org/drawingml/2006/main">
              <a:ext uri="{FF2B5EF4-FFF2-40B4-BE49-F238E27FC236}">
                <a16:creationId xmlns:a16="http://schemas.microsoft.com/office/drawing/2014/main" id="{500909E0-4529-494D-A641-4D69EB40D6EE}"/>
              </a:ext>
            </a:extLst>
          </p:cNvPr>
          <p:cNvSpPr>
            <a:spLocks xmlns:a="http://schemas.openxmlformats.org/drawingml/2006/main" noGrp="1"/>
          </p:cNvSpPr>
          <p:nvPr/>
        </p:nvSpPr>
        <p:spPr>
          <a:xfrm xmlns:a="http://schemas.openxmlformats.org/drawingml/2006/main">
            <a:off x="4524375" y="2543175"/>
            <a:ext cx="695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14000"/>
              </a:lnSpc>
              <a:buNone/>
              <a:defRPr sz="2100" b="0">
                <a:solidFill>
                  <a:srgbClr val="D1DEED"/>
                </a:solidFill>
                <a:latin typeface="IBM Plex Sans Arabic"/>
                <a:ea typeface="IBM Plex Sans Arabic"/>
                <a:cs typeface="IBM Plex Sans Arabic"/>
              </a:defRPr>
            </a:pPr>
            <a:r>
              <a:rPr sz="2100" b="0">
                <a:solidFill>
                  <a:srgbClr val="D1DEED"/>
                </a:solidFill>
                <a:latin typeface="IBM Plex Sans Arabic"/>
                <a:ea typeface="IBM Plex Sans Arabic"/>
                <a:cs typeface="IBM Plex Sans Arabic"/>
              </a:rPr>
              <a:t>أسئلة استكشاف ذاتي تبني قائمة أولية</a:t>
            </a:r>
          </a:p>
        </p:txBody>
      </p:sp>
      <p:sp>
        <p:nvSpPr>
          <p:cNvPr id="9" name="2  قارن ما يهم القرار">
            <a:extLst xmlns:a="http://schemas.openxmlformats.org/drawingml/2006/main">
              <a:ext uri="{FF2B5EF4-FFF2-40B4-BE49-F238E27FC236}">
                <a16:creationId xmlns:a16="http://schemas.microsoft.com/office/drawing/2014/main" id="{ADAE1ABB-1CDA-46B8-8B15-D9622DEA67CE}"/>
              </a:ext>
            </a:extLst>
          </p:cNvPr>
          <p:cNvSpPr>
            <a:spLocks xmlns:a="http://schemas.openxmlformats.org/drawingml/2006/main" noGrp="1"/>
          </p:cNvSpPr>
          <p:nvPr/>
        </p:nvSpPr>
        <p:spPr>
          <a:xfrm xmlns:a="http://schemas.openxmlformats.org/drawingml/2006/main">
            <a:off x="4524375" y="3171825"/>
            <a:ext cx="695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14000"/>
              </a:lnSpc>
              <a:buNone/>
              <a:defRPr sz="2550" b="1">
                <a:solidFill>
                  <a:srgbClr val="C8A04C"/>
                </a:solidFill>
                <a:latin typeface="IBM Plex Sans Arabic"/>
                <a:ea typeface="IBM Plex Sans Arabic"/>
                <a:cs typeface="IBM Plex Sans Arabic"/>
              </a:defRPr>
            </a:pPr>
            <a:r>
              <a:rPr sz="2550" b="1">
                <a:solidFill>
                  <a:srgbClr val="C8A04C"/>
                </a:solidFill>
                <a:latin typeface="IBM Plex Sans Arabic"/>
                <a:ea typeface="IBM Plex Sans Arabic"/>
                <a:cs typeface="IBM Plex Sans Arabic"/>
              </a:rPr>
              <a:t>2  قارن ما يهم القرار</a:t>
            </a:r>
          </a:p>
        </p:txBody>
      </p:sp>
      <p:sp>
        <p:nvSpPr>
          <p:cNvPr id="10" name="قبول ورسوم وكلفة، ثم مؤشرات سوق عامة">
            <a:extLst xmlns:a="http://schemas.openxmlformats.org/drawingml/2006/main">
              <a:ext uri="{FF2B5EF4-FFF2-40B4-BE49-F238E27FC236}">
                <a16:creationId xmlns:a16="http://schemas.microsoft.com/office/drawing/2014/main" id="{AA59799E-B816-482B-84DB-BDA46D6DEC7A}"/>
              </a:ext>
            </a:extLst>
          </p:cNvPr>
          <p:cNvSpPr>
            <a:spLocks xmlns:a="http://schemas.openxmlformats.org/drawingml/2006/main" noGrp="1"/>
          </p:cNvSpPr>
          <p:nvPr/>
        </p:nvSpPr>
        <p:spPr>
          <a:xfrm xmlns:a="http://schemas.openxmlformats.org/drawingml/2006/main">
            <a:off x="4524375" y="3762375"/>
            <a:ext cx="695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14000"/>
              </a:lnSpc>
              <a:buNone/>
              <a:defRPr sz="2100" b="0">
                <a:solidFill>
                  <a:srgbClr val="D1DEED"/>
                </a:solidFill>
                <a:latin typeface="IBM Plex Sans Arabic"/>
                <a:ea typeface="IBM Plex Sans Arabic"/>
                <a:cs typeface="IBM Plex Sans Arabic"/>
              </a:defRPr>
            </a:pPr>
            <a:r>
              <a:rPr sz="2100" b="0">
                <a:solidFill>
                  <a:srgbClr val="D1DEED"/>
                </a:solidFill>
                <a:latin typeface="IBM Plex Sans Arabic"/>
                <a:ea typeface="IBM Plex Sans Arabic"/>
                <a:cs typeface="IBM Plex Sans Arabic"/>
              </a:rPr>
              <a:t>قبول ورسوم وكلفة، ثم مؤشرات سوق عامة</a:t>
            </a:r>
          </a:p>
        </p:txBody>
      </p:sp>
      <p:sp>
        <p:nvSpPr>
          <p:cNvPr id="11" name="3  ابنِ قائمة مبرّرة">
            <a:extLst xmlns:a="http://schemas.openxmlformats.org/drawingml/2006/main">
              <a:ext uri="{FF2B5EF4-FFF2-40B4-BE49-F238E27FC236}">
                <a16:creationId xmlns:a16="http://schemas.microsoft.com/office/drawing/2014/main" id="{249D46FA-03A8-41A2-9764-CC1CA65F4186}"/>
              </a:ext>
            </a:extLst>
          </p:cNvPr>
          <p:cNvSpPr>
            <a:spLocks xmlns:a="http://schemas.openxmlformats.org/drawingml/2006/main" noGrp="1"/>
          </p:cNvSpPr>
          <p:nvPr/>
        </p:nvSpPr>
        <p:spPr>
          <a:xfrm xmlns:a="http://schemas.openxmlformats.org/drawingml/2006/main">
            <a:off x="4524375" y="4391025"/>
            <a:ext cx="695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14000"/>
              </a:lnSpc>
              <a:buNone/>
              <a:defRPr sz="2550" b="1">
                <a:solidFill>
                  <a:srgbClr val="C8A04C"/>
                </a:solidFill>
                <a:latin typeface="IBM Plex Sans Arabic"/>
                <a:ea typeface="IBM Plex Sans Arabic"/>
                <a:cs typeface="IBM Plex Sans Arabic"/>
              </a:defRPr>
            </a:pPr>
            <a:r>
              <a:rPr sz="2550" b="1">
                <a:solidFill>
                  <a:srgbClr val="C8A04C"/>
                </a:solidFill>
                <a:latin typeface="IBM Plex Sans Arabic"/>
                <a:ea typeface="IBM Plex Sans Arabic"/>
                <a:cs typeface="IBM Plex Sans Arabic"/>
              </a:rPr>
              <a:t>3  ابنِ قائمة مبرّرة</a:t>
            </a:r>
          </a:p>
        </p:txBody>
      </p:sp>
      <p:sp>
        <p:nvSpPr>
          <p:cNvPr id="12" name="خيارات قصيرة وخطة كلفة وبيانات مؤرخة">
            <a:extLst xmlns:a="http://schemas.openxmlformats.org/drawingml/2006/main">
              <a:ext uri="{FF2B5EF4-FFF2-40B4-BE49-F238E27FC236}">
                <a16:creationId xmlns:a16="http://schemas.microsoft.com/office/drawing/2014/main" id="{2BE9F121-6C4D-4173-8851-7B5AAE670AB1}"/>
              </a:ext>
            </a:extLst>
          </p:cNvPr>
          <p:cNvSpPr>
            <a:spLocks xmlns:a="http://schemas.openxmlformats.org/drawingml/2006/main" noGrp="1"/>
          </p:cNvSpPr>
          <p:nvPr/>
        </p:nvSpPr>
        <p:spPr>
          <a:xfrm xmlns:a="http://schemas.openxmlformats.org/drawingml/2006/main">
            <a:off x="4524375" y="4981575"/>
            <a:ext cx="695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14000"/>
              </a:lnSpc>
              <a:buNone/>
              <a:defRPr sz="2100" b="0">
                <a:solidFill>
                  <a:srgbClr val="D1DEED"/>
                </a:solidFill>
                <a:latin typeface="IBM Plex Sans Arabic"/>
                <a:ea typeface="IBM Plex Sans Arabic"/>
                <a:cs typeface="IBM Plex Sans Arabic"/>
              </a:defRPr>
            </a:pPr>
            <a:r>
              <a:rPr sz="2100" b="0">
                <a:solidFill>
                  <a:srgbClr val="D1DEED"/>
                </a:solidFill>
                <a:latin typeface="IBM Plex Sans Arabic"/>
                <a:ea typeface="IBM Plex Sans Arabic"/>
                <a:cs typeface="IBM Plex Sans Arabic"/>
              </a:rPr>
              <a:t>خيارات قصيرة وخطة كلفة وبيانات مؤرخة</a:t>
            </a:r>
          </a:p>
        </p:txBody>
      </p:sp>
      <p:sp>
        <p:nvSpPr>
          <p:cNvPr id="13" name="">
            <a:extLst xmlns:a="http://schemas.openxmlformats.org/drawingml/2006/main">
              <a:ext uri="{FF2B5EF4-FFF2-40B4-BE49-F238E27FC236}">
                <a16:creationId xmlns:a16="http://schemas.microsoft.com/office/drawing/2014/main" id="{73DC67AA-F60E-4B30-92F8-12EF17A2742D}"/>
              </a:ext>
            </a:extLst>
          </p:cNvPr>
          <p:cNvSpPr>
            <a:spLocks xmlns:a="http://schemas.openxmlformats.org/drawingml/2006/main" noGrp="1"/>
          </p:cNvSpPr>
          <p:nvPr/>
        </p:nvSpPr>
        <p:spPr>
          <a:xfrm xmlns:a="http://schemas.openxmlformats.org/drawingml/2006/main">
            <a:off x="4524375" y="5553075"/>
            <a:ext cx="6953250" cy="619125"/>
          </a:xfrm>
          <a:prstGeom xmlns:a="http://schemas.openxmlformats.org/drawingml/2006/main" prst="roundRect">
            <a:avLst>
              <a:gd name="adj" fmla="val 12308"/>
            </a:avLst>
          </a:prstGeom>
          <a:solidFill xmlns:a="http://schemas.openxmlformats.org/drawingml/2006/main">
            <a:srgbClr val="F3EAD7"/>
          </a:solidFill>
          <a:ln xmlns:a="http://schemas.openxmlformats.org/drawingml/2006/main" w="12383">
            <a:solidFill>
              <a:srgbClr val="DFC98F"/>
            </a:solidFill>
          </a:ln>
        </p:spPr>
      </p:sp>
      <p:sp>
        <p:nvSpPr>
          <p:cNvPr id="14" name="المخرج: قرار يناقشه الطالب مع أسرته والمرشد">
            <a:extLst xmlns:a="http://schemas.openxmlformats.org/drawingml/2006/main">
              <a:ext uri="{FF2B5EF4-FFF2-40B4-BE49-F238E27FC236}">
                <a16:creationId xmlns:a16="http://schemas.microsoft.com/office/drawing/2014/main" id="{0A15A23C-E336-471F-934A-55B7939F81B3}"/>
              </a:ext>
            </a:extLst>
          </p:cNvPr>
          <p:cNvSpPr>
            <a:spLocks xmlns:a="http://schemas.openxmlformats.org/drawingml/2006/main" noGrp="1"/>
          </p:cNvSpPr>
          <p:nvPr/>
        </p:nvSpPr>
        <p:spPr>
          <a:xfrm xmlns:a="http://schemas.openxmlformats.org/drawingml/2006/main">
            <a:off x="4714875" y="5619750"/>
            <a:ext cx="6572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1875" b="1">
                <a:solidFill>
                  <a:srgbClr val="013070"/>
                </a:solidFill>
                <a:latin typeface="IBM Plex Sans Arabic"/>
                <a:ea typeface="IBM Plex Sans Arabic"/>
                <a:cs typeface="IBM Plex Sans Arabic"/>
              </a:defRPr>
            </a:pPr>
            <a:r>
              <a:rPr sz="1875" b="1">
                <a:solidFill>
                  <a:srgbClr val="013070"/>
                </a:solidFill>
                <a:latin typeface="IBM Plex Sans Arabic"/>
                <a:ea typeface="IBM Plex Sans Arabic"/>
                <a:cs typeface="IBM Plex Sans Arabic"/>
              </a:rPr>
              <a:t>المخرج: قرار يناقشه الطالب مع أسرته والمرشد</a:t>
            </a:r>
          </a:p>
        </p:txBody>
      </p:sp>
    </p:spTree>
    <p:extLst>
      <p:ext uri="{BB962C8B-B14F-4D97-AF65-F5344CB8AC3E}">
        <p14:creationId xmlns:p14="http://schemas.microsoft.com/office/powerpoint/2010/main" val="543956685"/>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e6d6e0175e854582"/>
          <a:stretch xmlns:a="http://schemas.openxmlformats.org/drawingml/2006/main"/>
        </p:blipFill>
        <p:spPr>
          <a:xfrm xmlns:a="http://schemas.openxmlformats.org/drawingml/2006/main">
            <a:off x="11125200" y="400050"/>
            <a:ext cx="552450" cy="552450"/>
          </a:xfrm>
          <a:prstGeom xmlns:a="http://schemas.openxmlformats.org/drawingml/2006/main" prst="rect">
            <a:avLst/>
          </a:prstGeom>
        </p:spPr>
      </p:pic>
      <p:sp>
        <p:nvSpPr>
          <p:cNvPr id="2" name="لحظة القرار: رقم ومعنى ومصدر">
            <a:extLst xmlns:a="http://schemas.openxmlformats.org/drawingml/2006/main">
              <a:ext uri="{FF2B5EF4-FFF2-40B4-BE49-F238E27FC236}">
                <a16:creationId xmlns:a16="http://schemas.microsoft.com/office/drawing/2014/main" id="{F34173D7-E210-495C-B8FA-083897A15D09}"/>
              </a:ext>
            </a:extLst>
          </p:cNvPr>
          <p:cNvSpPr>
            <a:spLocks xmlns:a="http://schemas.openxmlformats.org/drawingml/2006/main" noGrp="1"/>
          </p:cNvSpPr>
          <p:nvPr/>
        </p:nvSpPr>
        <p:spPr>
          <a:xfrm xmlns:a="http://schemas.openxmlformats.org/drawingml/2006/main">
            <a:off x="571500" y="476250"/>
            <a:ext cx="1028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14000"/>
              </a:lnSpc>
              <a:buNone/>
              <a:defRPr sz="3300" b="1">
                <a:solidFill>
                  <a:srgbClr val="013070"/>
                </a:solidFill>
                <a:latin typeface="IBM Plex Sans Arabic"/>
                <a:ea typeface="IBM Plex Sans Arabic"/>
                <a:cs typeface="IBM Plex Sans Arabic"/>
              </a:defRPr>
            </a:pPr>
            <a:r>
              <a:rPr sz="3300" b="1">
                <a:solidFill>
                  <a:srgbClr val="013070"/>
                </a:solidFill>
                <a:latin typeface="IBM Plex Sans Arabic"/>
                <a:ea typeface="IBM Plex Sans Arabic"/>
                <a:cs typeface="IBM Plex Sans Arabic"/>
              </a:rPr>
              <a:t>لحظة القرار: رقم ومعنى ومصدر</a:t>
            </a:r>
          </a:p>
        </p:txBody>
      </p:sp>
      <p:sp>
        <p:nvSpPr>
          <p:cNvPr id="3" name="04">
            <a:extLst xmlns:a="http://schemas.openxmlformats.org/drawingml/2006/main">
              <a:ext uri="{FF2B5EF4-FFF2-40B4-BE49-F238E27FC236}">
                <a16:creationId xmlns:a16="http://schemas.microsoft.com/office/drawing/2014/main" id="{3C07446D-6B19-4CA3-86E5-478028E2E57C}"/>
              </a:ext>
            </a:extLst>
          </p:cNvPr>
          <p:cNvSpPr>
            <a:spLocks xmlns:a="http://schemas.openxmlformats.org/drawingml/2006/main" noGrp="1"/>
          </p:cNvSpPr>
          <p:nvPr/>
        </p:nvSpPr>
        <p:spPr>
          <a:xfrm xmlns:a="http://schemas.openxmlformats.org/drawingml/2006/main">
            <a:off x="571500" y="6376035"/>
            <a:ext cx="619125"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14000"/>
              </a:lnSpc>
              <a:buNone/>
              <a:defRPr sz="1350" b="0">
                <a:solidFill>
                  <a:srgbClr val="53657C"/>
                </a:solidFill>
                <a:latin typeface="IBM Plex Sans Arabic"/>
                <a:ea typeface="IBM Plex Sans Arabic"/>
                <a:cs typeface="IBM Plex Sans Arabic"/>
              </a:defRPr>
            </a:pPr>
            <a:r>
              <a:rPr sz="1350" b="0">
                <a:solidFill>
                  <a:srgbClr val="53657C"/>
                </a:solidFill>
                <a:latin typeface="IBM Plex Sans Arabic"/>
                <a:ea typeface="IBM Plex Sans Arabic"/>
                <a:cs typeface="IBM Plex Sans Arabic"/>
              </a:rPr>
              <a:t>04</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7f2ead26846a4816"/>
          <a:stretch xmlns:a="http://schemas.openxmlformats.org/drawingml/2006/main"/>
        </p:blipFill>
        <p:spPr>
          <a:xfrm xmlns:a="http://schemas.openxmlformats.org/drawingml/2006/main">
            <a:off x="76200" y="57150"/>
            <a:ext cx="4178300" cy="6267450"/>
          </a:xfrm>
          <a:prstGeom xmlns:a="http://schemas.openxmlformats.org/drawingml/2006/main" prst="rect">
            <a:avLst/>
          </a:prstGeom>
        </p:spPr>
      </p:pic>
      <p:sp>
        <p:nvSpPr>
          <p:cNvPr id="5" name="مقارنة واحدة، ثلاثة أسئلة دقيقة">
            <a:extLst xmlns:a="http://schemas.openxmlformats.org/drawingml/2006/main">
              <a:ext uri="{FF2B5EF4-FFF2-40B4-BE49-F238E27FC236}">
                <a16:creationId xmlns:a16="http://schemas.microsoft.com/office/drawing/2014/main" id="{ABD2DC9D-18E0-4447-AED4-39ED967B0238}"/>
              </a:ext>
            </a:extLst>
          </p:cNvPr>
          <p:cNvSpPr>
            <a:spLocks xmlns:a="http://schemas.openxmlformats.org/drawingml/2006/main" noGrp="1"/>
          </p:cNvSpPr>
          <p:nvPr/>
        </p:nvSpPr>
        <p:spPr>
          <a:xfrm xmlns:a="http://schemas.openxmlformats.org/drawingml/2006/main">
            <a:off x="4429125" y="1523048"/>
            <a:ext cx="7048500" cy="4972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14000"/>
              </a:lnSpc>
              <a:buNone/>
              <a:defRPr sz="2475" b="1">
                <a:solidFill>
                  <a:srgbClr val="013070"/>
                </a:solidFill>
                <a:latin typeface="IBM Plex Sans Arabic"/>
                <a:ea typeface="IBM Plex Sans Arabic"/>
                <a:cs typeface="IBM Plex Sans Arabic"/>
              </a:defRPr>
            </a:pPr>
            <a:r>
              <a:rPr sz="2475" b="1">
                <a:solidFill>
                  <a:srgbClr val="013070"/>
                </a:solidFill>
                <a:latin typeface="IBM Plex Sans Arabic"/>
                <a:ea typeface="IBM Plex Sans Arabic"/>
                <a:cs typeface="IBM Plex Sans Arabic"/>
              </a:rPr>
              <a:t>مقارنة واحدة، ثلاثة أسئلة دقيقة</a:t>
            </a:r>
          </a:p>
        </p:txBody>
      </p:sp>
      <p:sp>
        <p:nvSpPr>
          <p:cNvPr id="6" name="">
            <a:extLst xmlns:a="http://schemas.openxmlformats.org/drawingml/2006/main">
              <a:ext uri="{FF2B5EF4-FFF2-40B4-BE49-F238E27FC236}">
                <a16:creationId xmlns:a16="http://schemas.microsoft.com/office/drawing/2014/main" id="{5384F511-1F95-4B46-BAB9-2C8EBD948BEE}"/>
              </a:ext>
            </a:extLst>
          </p:cNvPr>
          <p:cNvSpPr>
            <a:spLocks xmlns:a="http://schemas.openxmlformats.org/drawingml/2006/main" noGrp="1"/>
          </p:cNvSpPr>
          <p:nvPr/>
        </p:nvSpPr>
        <p:spPr>
          <a:xfrm xmlns:a="http://schemas.openxmlformats.org/drawingml/2006/main">
            <a:off x="4524375" y="2200275"/>
            <a:ext cx="695325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2383">
            <a:solidFill>
              <a:srgbClr val="D4DEE9"/>
            </a:solidFill>
          </a:ln>
        </p:spPr>
      </p:sp>
      <p:sp>
        <p:nvSpPr>
          <p:cNvPr id="7" name="شرط التقديم">
            <a:extLst xmlns:a="http://schemas.openxmlformats.org/drawingml/2006/main">
              <a:ext uri="{FF2B5EF4-FFF2-40B4-BE49-F238E27FC236}">
                <a16:creationId xmlns:a16="http://schemas.microsoft.com/office/drawing/2014/main" id="{B7ECD684-7561-444F-9425-6B1EB177DD03}"/>
              </a:ext>
            </a:extLst>
          </p:cNvPr>
          <p:cNvSpPr>
            <a:spLocks xmlns:a="http://schemas.openxmlformats.org/drawingml/2006/main" noGrp="1"/>
          </p:cNvSpPr>
          <p:nvPr/>
        </p:nvSpPr>
        <p:spPr>
          <a:xfrm xmlns:a="http://schemas.openxmlformats.org/drawingml/2006/main">
            <a:off x="8629650" y="2295525"/>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14000"/>
              </a:lnSpc>
              <a:buNone/>
              <a:defRPr sz="1875" b="1">
                <a:solidFill>
                  <a:srgbClr val="013070"/>
                </a:solidFill>
                <a:latin typeface="IBM Plex Sans Arabic"/>
                <a:ea typeface="IBM Plex Sans Arabic"/>
                <a:cs typeface="IBM Plex Sans Arabic"/>
              </a:defRPr>
            </a:pPr>
            <a:r>
              <a:rPr sz="1875" b="1">
                <a:solidFill>
                  <a:srgbClr val="013070"/>
                </a:solidFill>
                <a:latin typeface="IBM Plex Sans Arabic"/>
                <a:ea typeface="IBM Plex Sans Arabic"/>
                <a:cs typeface="IBM Plex Sans Arabic"/>
              </a:rPr>
              <a:t>شرط التقديم</a:t>
            </a:r>
          </a:p>
        </p:txBody>
      </p:sp>
      <p:sp>
        <p:nvSpPr>
          <p:cNvPr id="8" name="هل يحق لي التقديم؟">
            <a:extLst xmlns:a="http://schemas.openxmlformats.org/drawingml/2006/main">
              <a:ext uri="{FF2B5EF4-FFF2-40B4-BE49-F238E27FC236}">
                <a16:creationId xmlns:a16="http://schemas.microsoft.com/office/drawing/2014/main" id="{2D05D1A0-0DE9-47AF-A665-C931BCC83CD6}"/>
              </a:ext>
            </a:extLst>
          </p:cNvPr>
          <p:cNvSpPr>
            <a:spLocks xmlns:a="http://schemas.openxmlformats.org/drawingml/2006/main" noGrp="1"/>
          </p:cNvSpPr>
          <p:nvPr/>
        </p:nvSpPr>
        <p:spPr>
          <a:xfrm xmlns:a="http://schemas.openxmlformats.org/drawingml/2006/main">
            <a:off x="4762500" y="2295525"/>
            <a:ext cx="3695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14000"/>
              </a:lnSpc>
              <a:buNone/>
              <a:defRPr sz="1725" b="0">
                <a:solidFill>
                  <a:srgbClr val="53657C"/>
                </a:solidFill>
                <a:latin typeface="IBM Plex Sans Arabic"/>
                <a:ea typeface="IBM Plex Sans Arabic"/>
                <a:cs typeface="IBM Plex Sans Arabic"/>
              </a:defRPr>
            </a:pPr>
            <a:r>
              <a:rPr sz="1725" b="0">
                <a:solidFill>
                  <a:srgbClr val="53657C"/>
                </a:solidFill>
                <a:latin typeface="IBM Plex Sans Arabic"/>
                <a:ea typeface="IBM Plex Sans Arabic"/>
                <a:cs typeface="IBM Plex Sans Arabic"/>
              </a:rPr>
              <a:t>هل يحق لي التقديم؟</a:t>
            </a:r>
          </a:p>
        </p:txBody>
      </p:sp>
      <p:sp>
        <p:nvSpPr>
          <p:cNvPr id="9" name="">
            <a:extLst xmlns:a="http://schemas.openxmlformats.org/drawingml/2006/main">
              <a:ext uri="{FF2B5EF4-FFF2-40B4-BE49-F238E27FC236}">
                <a16:creationId xmlns:a16="http://schemas.microsoft.com/office/drawing/2014/main" id="{AF9F84E5-998E-421E-98CD-7311DF8744A2}"/>
              </a:ext>
            </a:extLst>
          </p:cNvPr>
          <p:cNvSpPr>
            <a:spLocks xmlns:a="http://schemas.openxmlformats.org/drawingml/2006/main" noGrp="1"/>
          </p:cNvSpPr>
          <p:nvPr/>
        </p:nvSpPr>
        <p:spPr>
          <a:xfrm xmlns:a="http://schemas.openxmlformats.org/drawingml/2006/main">
            <a:off x="4524375" y="3181350"/>
            <a:ext cx="6953250" cy="781050"/>
          </a:xfrm>
          <a:prstGeom xmlns:a="http://schemas.openxmlformats.org/drawingml/2006/main" prst="roundRect">
            <a:avLst>
              <a:gd name="adj" fmla="val 9756"/>
            </a:avLst>
          </a:prstGeom>
          <a:solidFill xmlns:a="http://schemas.openxmlformats.org/drawingml/2006/main">
            <a:srgbClr val="F3EAD7"/>
          </a:solidFill>
          <a:ln xmlns:a="http://schemas.openxmlformats.org/drawingml/2006/main" w="12383">
            <a:solidFill>
              <a:srgbClr val="DFC98F"/>
            </a:solidFill>
          </a:ln>
        </p:spPr>
      </p:sp>
      <p:sp>
        <p:nvSpPr>
          <p:cNvPr id="10" name="حد تنافسي سابق">
            <a:extLst xmlns:a="http://schemas.openxmlformats.org/drawingml/2006/main">
              <a:ext uri="{FF2B5EF4-FFF2-40B4-BE49-F238E27FC236}">
                <a16:creationId xmlns:a16="http://schemas.microsoft.com/office/drawing/2014/main" id="{86D110F5-B272-4AFC-BDED-672A2690C267}"/>
              </a:ext>
            </a:extLst>
          </p:cNvPr>
          <p:cNvSpPr>
            <a:spLocks xmlns:a="http://schemas.openxmlformats.org/drawingml/2006/main" noGrp="1"/>
          </p:cNvSpPr>
          <p:nvPr/>
        </p:nvSpPr>
        <p:spPr>
          <a:xfrm xmlns:a="http://schemas.openxmlformats.org/drawingml/2006/main">
            <a:off x="8629650" y="3276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14000"/>
              </a:lnSpc>
              <a:buNone/>
              <a:defRPr sz="1875" b="1">
                <a:solidFill>
                  <a:srgbClr val="013070"/>
                </a:solidFill>
                <a:latin typeface="IBM Plex Sans Arabic"/>
                <a:ea typeface="IBM Plex Sans Arabic"/>
                <a:cs typeface="IBM Plex Sans Arabic"/>
              </a:defRPr>
            </a:pPr>
            <a:r>
              <a:rPr sz="1875" b="1">
                <a:solidFill>
                  <a:srgbClr val="013070"/>
                </a:solidFill>
                <a:latin typeface="IBM Plex Sans Arabic"/>
                <a:ea typeface="IBM Plex Sans Arabic"/>
                <a:cs typeface="IBM Plex Sans Arabic"/>
              </a:rPr>
              <a:t>حد تنافسي سابق</a:t>
            </a:r>
          </a:p>
        </p:txBody>
      </p:sp>
      <p:sp>
        <p:nvSpPr>
          <p:cNvPr id="11" name="مرجع تاريخي، وليس وعد قبول">
            <a:extLst xmlns:a="http://schemas.openxmlformats.org/drawingml/2006/main">
              <a:ext uri="{FF2B5EF4-FFF2-40B4-BE49-F238E27FC236}">
                <a16:creationId xmlns:a16="http://schemas.microsoft.com/office/drawing/2014/main" id="{8E1EF8CA-2C46-4D97-B799-FED07E3F048B}"/>
              </a:ext>
            </a:extLst>
          </p:cNvPr>
          <p:cNvSpPr>
            <a:spLocks xmlns:a="http://schemas.openxmlformats.org/drawingml/2006/main" noGrp="1"/>
          </p:cNvSpPr>
          <p:nvPr/>
        </p:nvSpPr>
        <p:spPr>
          <a:xfrm xmlns:a="http://schemas.openxmlformats.org/drawingml/2006/main">
            <a:off x="4762500" y="3276600"/>
            <a:ext cx="3695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14000"/>
              </a:lnSpc>
              <a:buNone/>
              <a:defRPr sz="1725" b="0">
                <a:solidFill>
                  <a:srgbClr val="53657C"/>
                </a:solidFill>
                <a:latin typeface="IBM Plex Sans Arabic"/>
                <a:ea typeface="IBM Plex Sans Arabic"/>
                <a:cs typeface="IBM Plex Sans Arabic"/>
              </a:defRPr>
            </a:pPr>
            <a:r>
              <a:rPr sz="1725" b="0">
                <a:solidFill>
                  <a:srgbClr val="53657C"/>
                </a:solidFill>
                <a:latin typeface="IBM Plex Sans Arabic"/>
                <a:ea typeface="IBM Plex Sans Arabic"/>
                <a:cs typeface="IBM Plex Sans Arabic"/>
              </a:rPr>
              <a:t>مرجع تاريخي، وليس وعد قبول</a:t>
            </a:r>
          </a:p>
        </p:txBody>
      </p:sp>
      <p:sp>
        <p:nvSpPr>
          <p:cNvPr id="12" name="">
            <a:extLst xmlns:a="http://schemas.openxmlformats.org/drawingml/2006/main">
              <a:ext uri="{FF2B5EF4-FFF2-40B4-BE49-F238E27FC236}">
                <a16:creationId xmlns:a16="http://schemas.microsoft.com/office/drawing/2014/main" id="{A1975113-874D-4251-94BC-BAE1B6ADBE30}"/>
              </a:ext>
            </a:extLst>
          </p:cNvPr>
          <p:cNvSpPr>
            <a:spLocks xmlns:a="http://schemas.openxmlformats.org/drawingml/2006/main" noGrp="1"/>
          </p:cNvSpPr>
          <p:nvPr/>
        </p:nvSpPr>
        <p:spPr>
          <a:xfrm xmlns:a="http://schemas.openxmlformats.org/drawingml/2006/main">
            <a:off x="4524375" y="4162425"/>
            <a:ext cx="695325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2383">
            <a:solidFill>
              <a:srgbClr val="D4DEE9"/>
            </a:solidFill>
          </a:ln>
        </p:spPr>
      </p:sp>
      <p:sp>
        <p:nvSpPr>
          <p:cNvPr id="13" name="رسم رسمي">
            <a:extLst xmlns:a="http://schemas.openxmlformats.org/drawingml/2006/main">
              <a:ext uri="{FF2B5EF4-FFF2-40B4-BE49-F238E27FC236}">
                <a16:creationId xmlns:a16="http://schemas.microsoft.com/office/drawing/2014/main" id="{27A9D757-7422-43BC-B498-E3C78E5B5C3A}"/>
              </a:ext>
            </a:extLst>
          </p:cNvPr>
          <p:cNvSpPr>
            <a:spLocks xmlns:a="http://schemas.openxmlformats.org/drawingml/2006/main" noGrp="1"/>
          </p:cNvSpPr>
          <p:nvPr/>
        </p:nvSpPr>
        <p:spPr>
          <a:xfrm xmlns:a="http://schemas.openxmlformats.org/drawingml/2006/main">
            <a:off x="8629650" y="4257675"/>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14000"/>
              </a:lnSpc>
              <a:buNone/>
              <a:defRPr sz="1875" b="1">
                <a:solidFill>
                  <a:srgbClr val="013070"/>
                </a:solidFill>
                <a:latin typeface="IBM Plex Sans Arabic"/>
                <a:ea typeface="IBM Plex Sans Arabic"/>
                <a:cs typeface="IBM Plex Sans Arabic"/>
              </a:defRPr>
            </a:pPr>
            <a:r>
              <a:rPr sz="1875" b="1">
                <a:solidFill>
                  <a:srgbClr val="013070"/>
                </a:solidFill>
                <a:latin typeface="IBM Plex Sans Arabic"/>
                <a:ea typeface="IBM Plex Sans Arabic"/>
                <a:cs typeface="IBM Plex Sans Arabic"/>
              </a:rPr>
              <a:t>رسم رسمي</a:t>
            </a:r>
          </a:p>
        </p:txBody>
      </p:sp>
      <p:sp>
        <p:nvSpPr>
          <p:cNvPr id="14" name="كم تدفع الأسرة؟ ومن أي سنة؟">
            <a:extLst xmlns:a="http://schemas.openxmlformats.org/drawingml/2006/main">
              <a:ext uri="{FF2B5EF4-FFF2-40B4-BE49-F238E27FC236}">
                <a16:creationId xmlns:a16="http://schemas.microsoft.com/office/drawing/2014/main" id="{FECC110C-E388-4087-972F-13F62566DD97}"/>
              </a:ext>
            </a:extLst>
          </p:cNvPr>
          <p:cNvSpPr>
            <a:spLocks xmlns:a="http://schemas.openxmlformats.org/drawingml/2006/main" noGrp="1"/>
          </p:cNvSpPr>
          <p:nvPr/>
        </p:nvSpPr>
        <p:spPr>
          <a:xfrm xmlns:a="http://schemas.openxmlformats.org/drawingml/2006/main">
            <a:off x="4762500" y="4257675"/>
            <a:ext cx="3695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14000"/>
              </a:lnSpc>
              <a:buNone/>
              <a:defRPr sz="1725" b="0">
                <a:solidFill>
                  <a:srgbClr val="53657C"/>
                </a:solidFill>
                <a:latin typeface="IBM Plex Sans Arabic"/>
                <a:ea typeface="IBM Plex Sans Arabic"/>
                <a:cs typeface="IBM Plex Sans Arabic"/>
              </a:defRPr>
            </a:pPr>
            <a:r>
              <a:rPr sz="1725" b="0">
                <a:solidFill>
                  <a:srgbClr val="53657C"/>
                </a:solidFill>
                <a:latin typeface="IBM Plex Sans Arabic"/>
                <a:ea typeface="IBM Plex Sans Arabic"/>
                <a:cs typeface="IBM Plex Sans Arabic"/>
              </a:rPr>
              <a:t>كم تدفع الأسرة؟ ومن أي سنة؟</a:t>
            </a:r>
          </a:p>
        </p:txBody>
      </p:sp>
      <p:sp>
        <p:nvSpPr>
          <p:cNvPr id="15" name="">
            <a:extLst xmlns:a="http://schemas.openxmlformats.org/drawingml/2006/main">
              <a:ext uri="{FF2B5EF4-FFF2-40B4-BE49-F238E27FC236}">
                <a16:creationId xmlns:a16="http://schemas.microsoft.com/office/drawing/2014/main" id="{D0C137B5-89E2-412D-B457-88A116E884F4}"/>
              </a:ext>
            </a:extLst>
          </p:cNvPr>
          <p:cNvSpPr>
            <a:spLocks xmlns:a="http://schemas.openxmlformats.org/drawingml/2006/main" noGrp="1"/>
          </p:cNvSpPr>
          <p:nvPr/>
        </p:nvSpPr>
        <p:spPr>
          <a:xfrm xmlns:a="http://schemas.openxmlformats.org/drawingml/2006/main">
            <a:off x="4524375" y="5305425"/>
            <a:ext cx="6953250" cy="638175"/>
          </a:xfrm>
          <a:prstGeom xmlns:a="http://schemas.openxmlformats.org/drawingml/2006/main" prst="roundRect">
            <a:avLst>
              <a:gd name="adj" fmla="val 11940"/>
            </a:avLst>
          </a:prstGeom>
          <a:solidFill xmlns:a="http://schemas.openxmlformats.org/drawingml/2006/main">
            <a:srgbClr val="013070"/>
          </a:solidFill>
          <a:ln xmlns:a="http://schemas.openxmlformats.org/drawingml/2006/main" w="12383">
            <a:solidFill>
              <a:srgbClr val="013070"/>
            </a:solidFill>
          </a:ln>
        </p:spPr>
      </p:sp>
      <p:sp>
        <p:nvSpPr>
          <p:cNvPr id="16" name="قائمة قصيرة يمكن تفسيرها والدفاع عنها">
            <a:extLst xmlns:a="http://schemas.openxmlformats.org/drawingml/2006/main">
              <a:ext uri="{FF2B5EF4-FFF2-40B4-BE49-F238E27FC236}">
                <a16:creationId xmlns:a16="http://schemas.microsoft.com/office/drawing/2014/main" id="{B8E8229A-6419-4447-A3A8-8B478658D087}"/>
              </a:ext>
            </a:extLst>
          </p:cNvPr>
          <p:cNvSpPr>
            <a:spLocks xmlns:a="http://schemas.openxmlformats.org/drawingml/2006/main" noGrp="1"/>
          </p:cNvSpPr>
          <p:nvPr/>
        </p:nvSpPr>
        <p:spPr>
          <a:xfrm xmlns:a="http://schemas.openxmlformats.org/drawingml/2006/main">
            <a:off x="4762500" y="5381625"/>
            <a:ext cx="647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2025" b="1">
                <a:solidFill>
                  <a:srgbClr val="FFFFFF"/>
                </a:solidFill>
                <a:latin typeface="IBM Plex Sans Arabic"/>
                <a:ea typeface="IBM Plex Sans Arabic"/>
                <a:cs typeface="IBM Plex Sans Arabic"/>
              </a:defRPr>
            </a:pPr>
            <a:r>
              <a:rPr sz="2025" b="1">
                <a:solidFill>
                  <a:srgbClr val="FFFFFF"/>
                </a:solidFill>
                <a:latin typeface="IBM Plex Sans Arabic"/>
                <a:ea typeface="IBM Plex Sans Arabic"/>
                <a:cs typeface="IBM Plex Sans Arabic"/>
              </a:rPr>
              <a:t>قائمة قصيرة يمكن تفسيرها والدفاع عنها</a:t>
            </a:r>
          </a:p>
        </p:txBody>
      </p:sp>
      <p:sp>
        <p:nvSpPr>
          <p:cNvPr id="17" name="دليل 2026/2027 • الحدود السابقة معروضة بسنتها">
            <a:extLst xmlns:a="http://schemas.openxmlformats.org/drawingml/2006/main">
              <a:ext uri="{FF2B5EF4-FFF2-40B4-BE49-F238E27FC236}">
                <a16:creationId xmlns:a16="http://schemas.microsoft.com/office/drawing/2014/main" id="{46875A16-F350-4349-A5C4-DABE25C35392}"/>
              </a:ext>
            </a:extLst>
          </p:cNvPr>
          <p:cNvSpPr>
            <a:spLocks xmlns:a="http://schemas.openxmlformats.org/drawingml/2006/main" noGrp="1"/>
          </p:cNvSpPr>
          <p:nvPr/>
        </p:nvSpPr>
        <p:spPr>
          <a:xfrm xmlns:a="http://schemas.openxmlformats.org/drawingml/2006/main">
            <a:off x="4524375" y="6033135"/>
            <a:ext cx="6953250"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1350" b="0">
                <a:solidFill>
                  <a:srgbClr val="53657C"/>
                </a:solidFill>
                <a:latin typeface="IBM Plex Sans Arabic"/>
                <a:ea typeface="IBM Plex Sans Arabic"/>
                <a:cs typeface="IBM Plex Sans Arabic"/>
              </a:defRPr>
            </a:pPr>
            <a:r>
              <a:rPr sz="1350" b="0">
                <a:solidFill>
                  <a:srgbClr val="53657C"/>
                </a:solidFill>
                <a:latin typeface="IBM Plex Sans Arabic"/>
                <a:ea typeface="IBM Plex Sans Arabic"/>
                <a:cs typeface="IBM Plex Sans Arabic"/>
              </a:rPr>
              <a:t>دليل 2026/2027 • الحدود السابقة معروضة بسنتها • تحقق 10 أيلول 2026</a:t>
            </a:r>
          </a:p>
        </p:txBody>
      </p:sp>
    </p:spTree>
    <p:extLst>
      <p:ext uri="{BB962C8B-B14F-4D97-AF65-F5344CB8AC3E}">
        <p14:creationId xmlns:p14="http://schemas.microsoft.com/office/powerpoint/2010/main" val="257727334"/>
      </p:ext>
    </p:extLst>
  </p:cSld>
</p:sld>
</file>

<file path=ppt/slides/slide5.xml><?xml version="1.0" encoding="utf-8"?>
<p:sld xmlns:p="http://schemas.openxmlformats.org/presentationml/2006/main">
  <p:cSld>
    <p:bg>
      <p:bgPr>
        <a:solidFill xmlns:a="http://schemas.openxmlformats.org/drawingml/2006/main">
          <a:srgbClr val="011F4D"/>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91dab9d84f114e09"/>
          <a:stretch xmlns:a="http://schemas.openxmlformats.org/drawingml/2006/main"/>
        </p:blipFill>
        <p:spPr>
          <a:xfrm xmlns:a="http://schemas.openxmlformats.org/drawingml/2006/main">
            <a:off x="11125200" y="400050"/>
            <a:ext cx="552450" cy="552450"/>
          </a:xfrm>
          <a:prstGeom xmlns:a="http://schemas.openxmlformats.org/drawingml/2006/main" prst="rect">
            <a:avLst/>
          </a:prstGeom>
        </p:spPr>
      </p:pic>
      <p:sp>
        <p:nvSpPr>
          <p:cNvPr id="2" name="لحظة القرار: كلفة تناقشها الأسرة">
            <a:extLst xmlns:a="http://schemas.openxmlformats.org/drawingml/2006/main">
              <a:ext uri="{FF2B5EF4-FFF2-40B4-BE49-F238E27FC236}">
                <a16:creationId xmlns:a16="http://schemas.microsoft.com/office/drawing/2014/main" id="{FFE8BEB7-3446-49BB-9AC9-1208C2C62837}"/>
              </a:ext>
            </a:extLst>
          </p:cNvPr>
          <p:cNvSpPr>
            <a:spLocks xmlns:a="http://schemas.openxmlformats.org/drawingml/2006/main" noGrp="1"/>
          </p:cNvSpPr>
          <p:nvPr/>
        </p:nvSpPr>
        <p:spPr>
          <a:xfrm xmlns:a="http://schemas.openxmlformats.org/drawingml/2006/main">
            <a:off x="571500" y="476250"/>
            <a:ext cx="1028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14000"/>
              </a:lnSpc>
              <a:buNone/>
              <a:defRPr sz="3300" b="1">
                <a:solidFill>
                  <a:srgbClr val="FFFFFF"/>
                </a:solidFill>
                <a:latin typeface="IBM Plex Sans Arabic"/>
                <a:ea typeface="IBM Plex Sans Arabic"/>
                <a:cs typeface="IBM Plex Sans Arabic"/>
              </a:defRPr>
            </a:pPr>
            <a:r>
              <a:rPr sz="3300" b="1">
                <a:solidFill>
                  <a:srgbClr val="FFFFFF"/>
                </a:solidFill>
                <a:latin typeface="IBM Plex Sans Arabic"/>
                <a:ea typeface="IBM Plex Sans Arabic"/>
                <a:cs typeface="IBM Plex Sans Arabic"/>
              </a:rPr>
              <a:t>لحظة القرار: كلفة تناقشها الأسرة</a:t>
            </a:r>
          </a:p>
        </p:txBody>
      </p:sp>
      <p:sp>
        <p:nvSpPr>
          <p:cNvPr id="3" name="05">
            <a:extLst xmlns:a="http://schemas.openxmlformats.org/drawingml/2006/main">
              <a:ext uri="{FF2B5EF4-FFF2-40B4-BE49-F238E27FC236}">
                <a16:creationId xmlns:a16="http://schemas.microsoft.com/office/drawing/2014/main" id="{B9425887-4600-4684-9DD3-1E58EC96D431}"/>
              </a:ext>
            </a:extLst>
          </p:cNvPr>
          <p:cNvSpPr>
            <a:spLocks xmlns:a="http://schemas.openxmlformats.org/drawingml/2006/main" noGrp="1"/>
          </p:cNvSpPr>
          <p:nvPr/>
        </p:nvSpPr>
        <p:spPr>
          <a:xfrm xmlns:a="http://schemas.openxmlformats.org/drawingml/2006/main">
            <a:off x="571500" y="6376035"/>
            <a:ext cx="619125"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14000"/>
              </a:lnSpc>
              <a:buNone/>
              <a:defRPr sz="1350" b="0">
                <a:solidFill>
                  <a:srgbClr val="D1DEED"/>
                </a:solidFill>
                <a:latin typeface="IBM Plex Sans Arabic"/>
                <a:ea typeface="IBM Plex Sans Arabic"/>
                <a:cs typeface="IBM Plex Sans Arabic"/>
              </a:defRPr>
            </a:pPr>
            <a:r>
              <a:rPr sz="1350" b="0">
                <a:solidFill>
                  <a:srgbClr val="D1DEED"/>
                </a:solidFill>
                <a:latin typeface="IBM Plex Sans Arabic"/>
                <a:ea typeface="IBM Plex Sans Arabic"/>
                <a:cs typeface="IBM Plex Sans Arabic"/>
              </a:rPr>
              <a:t>05</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d652a4e879ed4c25"/>
          <a:stretch xmlns:a="http://schemas.openxmlformats.org/drawingml/2006/main"/>
        </p:blipFill>
        <p:spPr>
          <a:xfrm xmlns:a="http://schemas.openxmlformats.org/drawingml/2006/main">
            <a:off x="76200" y="57150"/>
            <a:ext cx="4178300" cy="62674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348BF77-3FA2-4610-9B7A-3C90A26D5050}"/>
              </a:ext>
            </a:extLst>
          </p:cNvPr>
          <p:cNvSpPr>
            <a:spLocks xmlns:a="http://schemas.openxmlformats.org/drawingml/2006/main" noGrp="1"/>
          </p:cNvSpPr>
          <p:nvPr/>
        </p:nvSpPr>
        <p:spPr>
          <a:xfrm xmlns:a="http://schemas.openxmlformats.org/drawingml/2006/main">
            <a:off x="9448800" y="1457325"/>
            <a:ext cx="2028825" cy="381000"/>
          </a:xfrm>
          <a:prstGeom xmlns:a="http://schemas.openxmlformats.org/drawingml/2006/main" prst="roundRect">
            <a:avLst>
              <a:gd name="adj" fmla="val 20000"/>
            </a:avLst>
          </a:prstGeom>
          <a:solidFill xmlns:a="http://schemas.openxmlformats.org/drawingml/2006/main">
            <a:srgbClr val="123D76"/>
          </a:solidFill>
          <a:ln xmlns:a="http://schemas.openxmlformats.org/drawingml/2006/main" w="12383">
            <a:solidFill>
              <a:srgbClr val="58749B"/>
            </a:solidFill>
          </a:ln>
        </p:spPr>
      </p:sp>
      <p:sp>
        <p:nvSpPr>
          <p:cNvPr id="6" name="مثال قابل للتعديل">
            <a:extLst xmlns:a="http://schemas.openxmlformats.org/drawingml/2006/main">
              <a:ext uri="{FF2B5EF4-FFF2-40B4-BE49-F238E27FC236}">
                <a16:creationId xmlns:a16="http://schemas.microsoft.com/office/drawing/2014/main" id="{DEED0356-5FDD-4247-9FA2-988081B9FC66}"/>
              </a:ext>
            </a:extLst>
          </p:cNvPr>
          <p:cNvSpPr>
            <a:spLocks xmlns:a="http://schemas.openxmlformats.org/drawingml/2006/main" noGrp="1"/>
          </p:cNvSpPr>
          <p:nvPr/>
        </p:nvSpPr>
        <p:spPr>
          <a:xfrm xmlns:a="http://schemas.openxmlformats.org/drawingml/2006/main">
            <a:off x="9544050" y="1484948"/>
            <a:ext cx="1838325"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1350" b="1">
                <a:solidFill>
                  <a:srgbClr val="FFFFFF"/>
                </a:solidFill>
                <a:latin typeface="IBM Plex Sans Arabic"/>
                <a:ea typeface="IBM Plex Sans Arabic"/>
                <a:cs typeface="IBM Plex Sans Arabic"/>
              </a:defRPr>
            </a:pPr>
            <a:r>
              <a:rPr sz="1350" b="1">
                <a:solidFill>
                  <a:srgbClr val="FFFFFF"/>
                </a:solidFill>
                <a:latin typeface="IBM Plex Sans Arabic"/>
                <a:ea typeface="IBM Plex Sans Arabic"/>
                <a:cs typeface="IBM Plex Sans Arabic"/>
              </a:rPr>
              <a:t>مثال قابل للتعديل</a:t>
            </a:r>
          </a:p>
        </p:txBody>
      </p:sp>
      <p:sp>
        <p:nvSpPr>
          <p:cNvPr id="7" name="3,051">
            <a:extLst xmlns:a="http://schemas.openxmlformats.org/drawingml/2006/main">
              <a:ext uri="{FF2B5EF4-FFF2-40B4-BE49-F238E27FC236}">
                <a16:creationId xmlns:a16="http://schemas.microsoft.com/office/drawing/2014/main" id="{C3F787DB-2F5C-4BCA-8B3F-A34A212C0440}"/>
              </a:ext>
            </a:extLst>
          </p:cNvPr>
          <p:cNvSpPr>
            <a:spLocks xmlns:a="http://schemas.openxmlformats.org/drawingml/2006/main" noGrp="1"/>
          </p:cNvSpPr>
          <p:nvPr/>
        </p:nvSpPr>
        <p:spPr>
          <a:xfrm xmlns:a="http://schemas.openxmlformats.org/drawingml/2006/main">
            <a:off x="4524375" y="1765935"/>
            <a:ext cx="6953250" cy="12306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14000"/>
              </a:lnSpc>
              <a:buNone/>
              <a:defRPr sz="6600" b="1">
                <a:solidFill>
                  <a:srgbClr val="FFFFFF"/>
                </a:solidFill>
                <a:latin typeface="IBM Plex Sans Arabic"/>
                <a:ea typeface="IBM Plex Sans Arabic"/>
                <a:cs typeface="IBM Plex Sans Arabic"/>
              </a:defRPr>
            </a:pPr>
            <a:r>
              <a:rPr sz="6600" b="1">
                <a:solidFill>
                  <a:srgbClr val="FFFFFF"/>
                </a:solidFill>
                <a:latin typeface="IBM Plex Sans Arabic"/>
                <a:ea typeface="IBM Plex Sans Arabic"/>
                <a:cs typeface="IBM Plex Sans Arabic"/>
              </a:rPr>
              <a:t>3,051</a:t>
            </a:r>
          </a:p>
        </p:txBody>
      </p:sp>
      <p:sp>
        <p:nvSpPr>
          <p:cNvPr id="8" name="دينارًا سنويًا في هذا المثال">
            <a:extLst xmlns:a="http://schemas.openxmlformats.org/drawingml/2006/main">
              <a:ext uri="{FF2B5EF4-FFF2-40B4-BE49-F238E27FC236}">
                <a16:creationId xmlns:a16="http://schemas.microsoft.com/office/drawing/2014/main" id="{436B9F3F-BFD7-494C-B807-FF1ADB3EA7DA}"/>
              </a:ext>
            </a:extLst>
          </p:cNvPr>
          <p:cNvSpPr>
            <a:spLocks xmlns:a="http://schemas.openxmlformats.org/drawingml/2006/main" noGrp="1"/>
          </p:cNvSpPr>
          <p:nvPr/>
        </p:nvSpPr>
        <p:spPr>
          <a:xfrm xmlns:a="http://schemas.openxmlformats.org/drawingml/2006/main">
            <a:off x="4429125" y="2889885"/>
            <a:ext cx="7048500" cy="563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14000"/>
              </a:lnSpc>
              <a:buNone/>
              <a:defRPr sz="2850" b="1">
                <a:solidFill>
                  <a:srgbClr val="C8A04C"/>
                </a:solidFill>
                <a:latin typeface="IBM Plex Sans Arabic"/>
                <a:ea typeface="IBM Plex Sans Arabic"/>
                <a:cs typeface="IBM Plex Sans Arabic"/>
              </a:defRPr>
            </a:pPr>
            <a:r>
              <a:rPr sz="2850" b="1">
                <a:solidFill>
                  <a:srgbClr val="C8A04C"/>
                </a:solidFill>
                <a:latin typeface="IBM Plex Sans Arabic"/>
                <a:ea typeface="IBM Plex Sans Arabic"/>
                <a:cs typeface="IBM Plex Sans Arabic"/>
              </a:rPr>
              <a:t>دينارًا سنويًا في هذا المثال</a:t>
            </a:r>
          </a:p>
        </p:txBody>
      </p:sp>
      <p:sp>
        <p:nvSpPr>
          <p:cNvPr id="9" name="">
            <a:extLst xmlns:a="http://schemas.openxmlformats.org/drawingml/2006/main">
              <a:ext uri="{FF2B5EF4-FFF2-40B4-BE49-F238E27FC236}">
                <a16:creationId xmlns:a16="http://schemas.microsoft.com/office/drawing/2014/main" id="{90337908-9DBE-4E28-B718-801A0B775A07}"/>
              </a:ext>
            </a:extLst>
          </p:cNvPr>
          <p:cNvSpPr>
            <a:spLocks xmlns:a="http://schemas.openxmlformats.org/drawingml/2006/main" noGrp="1"/>
          </p:cNvSpPr>
          <p:nvPr/>
        </p:nvSpPr>
        <p:spPr>
          <a:xfrm xmlns:a="http://schemas.openxmlformats.org/drawingml/2006/main">
            <a:off x="4524375" y="3667125"/>
            <a:ext cx="6953250" cy="1028700"/>
          </a:xfrm>
          <a:prstGeom xmlns:a="http://schemas.openxmlformats.org/drawingml/2006/main" prst="roundRect">
            <a:avLst>
              <a:gd name="adj" fmla="val 7407"/>
            </a:avLst>
          </a:prstGeom>
          <a:solidFill xmlns:a="http://schemas.openxmlformats.org/drawingml/2006/main">
            <a:srgbClr val="123D76"/>
          </a:solidFill>
          <a:ln xmlns:a="http://schemas.openxmlformats.org/drawingml/2006/main" w="12383">
            <a:solidFill>
              <a:srgbClr val="58749B"/>
            </a:solidFill>
          </a:ln>
        </p:spPr>
      </p:sp>
      <p:sp>
        <p:nvSpPr>
          <p:cNvPr id="10" name="47 د.أ للساعة">
            <a:extLst xmlns:a="http://schemas.openxmlformats.org/drawingml/2006/main">
              <a:ext uri="{FF2B5EF4-FFF2-40B4-BE49-F238E27FC236}">
                <a16:creationId xmlns:a16="http://schemas.microsoft.com/office/drawing/2014/main" id="{F6F7A481-9B6B-4FB2-B822-1DD372026415}"/>
              </a:ext>
            </a:extLst>
          </p:cNvPr>
          <p:cNvSpPr>
            <a:spLocks xmlns:a="http://schemas.openxmlformats.org/drawingml/2006/main" noGrp="1"/>
          </p:cNvSpPr>
          <p:nvPr/>
        </p:nvSpPr>
        <p:spPr>
          <a:xfrm xmlns:a="http://schemas.openxmlformats.org/drawingml/2006/main">
            <a:off x="8096250" y="3764280"/>
            <a:ext cx="30956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14000"/>
              </a:lnSpc>
              <a:buNone/>
              <a:defRPr sz="2175" b="1">
                <a:solidFill>
                  <a:srgbClr val="FFFFFF"/>
                </a:solidFill>
                <a:latin typeface="IBM Plex Sans Arabic"/>
                <a:ea typeface="IBM Plex Sans Arabic"/>
                <a:cs typeface="IBM Plex Sans Arabic"/>
              </a:defRPr>
            </a:pPr>
            <a:r>
              <a:rPr sz="2175" b="1">
                <a:solidFill>
                  <a:srgbClr val="FFFFFF"/>
                </a:solidFill>
                <a:latin typeface="IBM Plex Sans Arabic"/>
                <a:ea typeface="IBM Plex Sans Arabic"/>
                <a:cs typeface="IBM Plex Sans Arabic"/>
              </a:rPr>
              <a:t>47 د.أ للساعة</a:t>
            </a:r>
          </a:p>
        </p:txBody>
      </p:sp>
      <p:sp>
        <p:nvSpPr>
          <p:cNvPr id="11" name="رقم رسمي">
            <a:extLst xmlns:a="http://schemas.openxmlformats.org/drawingml/2006/main">
              <a:ext uri="{FF2B5EF4-FFF2-40B4-BE49-F238E27FC236}">
                <a16:creationId xmlns:a16="http://schemas.microsoft.com/office/drawing/2014/main" id="{ECB48444-57B2-4B4D-B856-57D4240E6935}"/>
              </a:ext>
            </a:extLst>
          </p:cNvPr>
          <p:cNvSpPr>
            <a:spLocks xmlns:a="http://schemas.openxmlformats.org/drawingml/2006/main" noGrp="1"/>
          </p:cNvSpPr>
          <p:nvPr/>
        </p:nvSpPr>
        <p:spPr>
          <a:xfrm xmlns:a="http://schemas.openxmlformats.org/drawingml/2006/main">
            <a:off x="8096250" y="4192905"/>
            <a:ext cx="3095625" cy="3105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14000"/>
              </a:lnSpc>
              <a:buNone/>
              <a:defRPr sz="1425" b="0">
                <a:solidFill>
                  <a:srgbClr val="D1DEED"/>
                </a:solidFill>
                <a:latin typeface="IBM Plex Sans Arabic"/>
                <a:ea typeface="IBM Plex Sans Arabic"/>
                <a:cs typeface="IBM Plex Sans Arabic"/>
              </a:defRPr>
            </a:pPr>
            <a:r>
              <a:rPr sz="1425" b="0">
                <a:solidFill>
                  <a:srgbClr val="D1DEED"/>
                </a:solidFill>
                <a:latin typeface="IBM Plex Sans Arabic"/>
                <a:ea typeface="IBM Plex Sans Arabic"/>
                <a:cs typeface="IBM Plex Sans Arabic"/>
              </a:rPr>
              <a:t>رقم رسمي</a:t>
            </a:r>
          </a:p>
        </p:txBody>
      </p:sp>
      <p:sp>
        <p:nvSpPr>
          <p:cNvPr id="12" name="الساعات والمعيشة السنوية">
            <a:extLst xmlns:a="http://schemas.openxmlformats.org/drawingml/2006/main">
              <a:ext uri="{FF2B5EF4-FFF2-40B4-BE49-F238E27FC236}">
                <a16:creationId xmlns:a16="http://schemas.microsoft.com/office/drawing/2014/main" id="{2C7DB4BF-156F-40A5-BCD2-17A8A921565A}"/>
              </a:ext>
            </a:extLst>
          </p:cNvPr>
          <p:cNvSpPr>
            <a:spLocks xmlns:a="http://schemas.openxmlformats.org/drawingml/2006/main" noGrp="1"/>
          </p:cNvSpPr>
          <p:nvPr/>
        </p:nvSpPr>
        <p:spPr>
          <a:xfrm xmlns:a="http://schemas.openxmlformats.org/drawingml/2006/main">
            <a:off x="4762500" y="3781425"/>
            <a:ext cx="3095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14000"/>
              </a:lnSpc>
              <a:buNone/>
              <a:defRPr sz="1875" b="1">
                <a:solidFill>
                  <a:srgbClr val="FFFFFF"/>
                </a:solidFill>
                <a:latin typeface="IBM Plex Sans Arabic"/>
                <a:ea typeface="IBM Plex Sans Arabic"/>
                <a:cs typeface="IBM Plex Sans Arabic"/>
              </a:defRPr>
            </a:pPr>
            <a:r>
              <a:rPr sz="1875" b="1">
                <a:solidFill>
                  <a:srgbClr val="FFFFFF"/>
                </a:solidFill>
                <a:latin typeface="IBM Plex Sans Arabic"/>
                <a:ea typeface="IBM Plex Sans Arabic"/>
                <a:cs typeface="IBM Plex Sans Arabic"/>
              </a:rPr>
              <a:t>الساعات والمعيشة السنوية</a:t>
            </a:r>
          </a:p>
        </p:txBody>
      </p:sp>
      <p:sp>
        <p:nvSpPr>
          <p:cNvPr id="13" name="افتراضات الأسرة">
            <a:extLst xmlns:a="http://schemas.openxmlformats.org/drawingml/2006/main">
              <a:ext uri="{FF2B5EF4-FFF2-40B4-BE49-F238E27FC236}">
                <a16:creationId xmlns:a16="http://schemas.microsoft.com/office/drawing/2014/main" id="{EF34FE0D-6889-4103-BCCA-156822506E66}"/>
              </a:ext>
            </a:extLst>
          </p:cNvPr>
          <p:cNvSpPr>
            <a:spLocks xmlns:a="http://schemas.openxmlformats.org/drawingml/2006/main" noGrp="1"/>
          </p:cNvSpPr>
          <p:nvPr/>
        </p:nvSpPr>
        <p:spPr>
          <a:xfrm xmlns:a="http://schemas.openxmlformats.org/drawingml/2006/main">
            <a:off x="4762500" y="4192905"/>
            <a:ext cx="3095625" cy="3105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14000"/>
              </a:lnSpc>
              <a:buNone/>
              <a:defRPr sz="1425" b="0">
                <a:solidFill>
                  <a:srgbClr val="D1DEED"/>
                </a:solidFill>
                <a:latin typeface="IBM Plex Sans Arabic"/>
                <a:ea typeface="IBM Plex Sans Arabic"/>
                <a:cs typeface="IBM Plex Sans Arabic"/>
              </a:defRPr>
            </a:pPr>
            <a:r>
              <a:rPr sz="1425" b="0">
                <a:solidFill>
                  <a:srgbClr val="D1DEED"/>
                </a:solidFill>
                <a:latin typeface="IBM Plex Sans Arabic"/>
                <a:ea typeface="IBM Plex Sans Arabic"/>
                <a:cs typeface="IBM Plex Sans Arabic"/>
              </a:rPr>
              <a:t>افتراضات الأسرة</a:t>
            </a:r>
          </a:p>
        </p:txBody>
      </p:sp>
      <p:sp>
        <p:nvSpPr>
          <p:cNvPr id="14" name="تغيير الميزانية يغيّر فجوة التمويل فورًا">
            <a:extLst xmlns:a="http://schemas.openxmlformats.org/drawingml/2006/main">
              <a:ext uri="{FF2B5EF4-FFF2-40B4-BE49-F238E27FC236}">
                <a16:creationId xmlns:a16="http://schemas.microsoft.com/office/drawing/2014/main" id="{0639826A-C12F-4F69-8550-6D6F92878DC2}"/>
              </a:ext>
            </a:extLst>
          </p:cNvPr>
          <p:cNvSpPr>
            <a:spLocks xmlns:a="http://schemas.openxmlformats.org/drawingml/2006/main" noGrp="1"/>
          </p:cNvSpPr>
          <p:nvPr/>
        </p:nvSpPr>
        <p:spPr>
          <a:xfrm xmlns:a="http://schemas.openxmlformats.org/drawingml/2006/main">
            <a:off x="4429125" y="5010150"/>
            <a:ext cx="7048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14000"/>
              </a:lnSpc>
              <a:buNone/>
              <a:defRPr sz="2550" b="1">
                <a:solidFill>
                  <a:srgbClr val="C8A04C"/>
                </a:solidFill>
                <a:latin typeface="IBM Plex Sans Arabic"/>
                <a:ea typeface="IBM Plex Sans Arabic"/>
                <a:cs typeface="IBM Plex Sans Arabic"/>
              </a:defRPr>
            </a:pPr>
            <a:r>
              <a:rPr sz="2550" b="1">
                <a:solidFill>
                  <a:srgbClr val="C8A04C"/>
                </a:solidFill>
                <a:latin typeface="IBM Plex Sans Arabic"/>
                <a:ea typeface="IBM Plex Sans Arabic"/>
                <a:cs typeface="IBM Plex Sans Arabic"/>
              </a:rPr>
              <a:t>تغيير الميزانية يغيّر فجوة التمويل فورًا</a:t>
            </a:r>
          </a:p>
        </p:txBody>
      </p:sp>
      <p:sp>
        <p:nvSpPr>
          <p:cNvPr id="15" name="مثال علم الحاسوب، الجامعة الأردنية • لا توقع ">
            <a:extLst xmlns:a="http://schemas.openxmlformats.org/drawingml/2006/main">
              <a:ext uri="{FF2B5EF4-FFF2-40B4-BE49-F238E27FC236}">
                <a16:creationId xmlns:a16="http://schemas.microsoft.com/office/drawing/2014/main" id="{12D57A4B-2223-41DE-BE8B-110B796CEFCD}"/>
              </a:ext>
            </a:extLst>
          </p:cNvPr>
          <p:cNvSpPr>
            <a:spLocks xmlns:a="http://schemas.openxmlformats.org/drawingml/2006/main" noGrp="1"/>
          </p:cNvSpPr>
          <p:nvPr/>
        </p:nvSpPr>
        <p:spPr>
          <a:xfrm xmlns:a="http://schemas.openxmlformats.org/drawingml/2006/main">
            <a:off x="4429125" y="5938838"/>
            <a:ext cx="704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14000"/>
              </a:lnSpc>
              <a:buNone/>
              <a:defRPr sz="1500" b="0">
                <a:solidFill>
                  <a:srgbClr val="D1DEED"/>
                </a:solidFill>
                <a:latin typeface="IBM Plex Sans Arabic"/>
                <a:ea typeface="IBM Plex Sans Arabic"/>
                <a:cs typeface="IBM Plex Sans Arabic"/>
              </a:defRPr>
            </a:pPr>
            <a:r>
              <a:rPr sz="1500" b="0">
                <a:solidFill>
                  <a:srgbClr val="D1DEED"/>
                </a:solidFill>
                <a:latin typeface="IBM Plex Sans Arabic"/>
                <a:ea typeface="IBM Plex Sans Arabic"/>
                <a:cs typeface="IBM Plex Sans Arabic"/>
              </a:rPr>
              <a:t>مثال علم الحاسوب، الجامعة الأردنية • لا توقع دخل أو عائد مضمون</a:t>
            </a:r>
          </a:p>
        </p:txBody>
      </p:sp>
    </p:spTree>
    <p:extLst>
      <p:ext uri="{BB962C8B-B14F-4D97-AF65-F5344CB8AC3E}">
        <p14:creationId xmlns:p14="http://schemas.microsoft.com/office/powerpoint/2010/main" val="1343883517"/>
      </p:ext>
    </p:extLst>
  </p:cSld>
</p:sld>
</file>

<file path=ppt/slides/slide6.xml><?xml version="1.0" encoding="utf-8"?>
<p:sld xmlns:p="http://schemas.openxmlformats.org/presentationml/2006/main">
  <p:cSld>
    <p:bg>
      <p:bgPr>
        <a:solidFill xmlns:a="http://schemas.openxmlformats.org/drawingml/2006/main">
          <a:srgbClr val="011F4D"/>
        </a:solidFill>
      </p:bgPr>
    </p:bg>
    <p:spTree>
      <p:nvGrpSpPr>
        <p:cNvPr id="1" name=""/>
        <p:cNvGrpSpPr/>
        <p:nvPr/>
      </p:nvGrpSpPr>
      <p:grpSpPr>
        <a:xfrm xmlns:a="http://schemas.openxmlformats.org/drawingml/2006/main"/>
      </p:grpSpPr>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e03cea35d2cb47bc"/>
          <a:stretch xmlns:a="http://schemas.openxmlformats.org/drawingml/2006/main"/>
        </p:blipFill>
        <p:spPr>
          <a:xfrm xmlns:a="http://schemas.openxmlformats.org/drawingml/2006/main">
            <a:off x="11125200" y="400050"/>
            <a:ext cx="552450" cy="552450"/>
          </a:xfrm>
          <a:prstGeom xmlns:a="http://schemas.openxmlformats.org/drawingml/2006/main" prst="rect">
            <a:avLst/>
          </a:prstGeom>
        </p:spPr>
      </p:pic>
      <p:sp>
        <p:nvSpPr>
          <p:cNvPr id="2" name="لماذا لا تكفي المصادر وحدها؟">
            <a:extLst xmlns:a="http://schemas.openxmlformats.org/drawingml/2006/main">
              <a:ext uri="{FF2B5EF4-FFF2-40B4-BE49-F238E27FC236}">
                <a16:creationId xmlns:a16="http://schemas.microsoft.com/office/drawing/2014/main" id="{320902DF-E4B4-41B4-8FEB-8C0325990610}"/>
              </a:ext>
            </a:extLst>
          </p:cNvPr>
          <p:cNvSpPr>
            <a:spLocks xmlns:a="http://schemas.openxmlformats.org/drawingml/2006/main" noGrp="1"/>
          </p:cNvSpPr>
          <p:nvPr/>
        </p:nvSpPr>
        <p:spPr>
          <a:xfrm xmlns:a="http://schemas.openxmlformats.org/drawingml/2006/main">
            <a:off x="571500" y="476250"/>
            <a:ext cx="1028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14000"/>
              </a:lnSpc>
              <a:buNone/>
              <a:defRPr sz="3300" b="1">
                <a:solidFill>
                  <a:srgbClr val="FFFFFF"/>
                </a:solidFill>
                <a:latin typeface="IBM Plex Sans Arabic"/>
                <a:ea typeface="IBM Plex Sans Arabic"/>
                <a:cs typeface="IBM Plex Sans Arabic"/>
              </a:defRPr>
            </a:pPr>
            <a:r>
              <a:rPr sz="3300" b="1">
                <a:solidFill>
                  <a:srgbClr val="FFFFFF"/>
                </a:solidFill>
                <a:latin typeface="IBM Plex Sans Arabic"/>
                <a:ea typeface="IBM Plex Sans Arabic"/>
                <a:cs typeface="IBM Plex Sans Arabic"/>
              </a:rPr>
              <a:t>لماذا لا تكفي المصادر وحدها؟</a:t>
            </a:r>
          </a:p>
        </p:txBody>
      </p:sp>
      <p:sp>
        <p:nvSpPr>
          <p:cNvPr id="3" name="06">
            <a:extLst xmlns:a="http://schemas.openxmlformats.org/drawingml/2006/main">
              <a:ext uri="{FF2B5EF4-FFF2-40B4-BE49-F238E27FC236}">
                <a16:creationId xmlns:a16="http://schemas.microsoft.com/office/drawing/2014/main" id="{357FA7AE-88EE-4955-B7AC-9D11439E4565}"/>
              </a:ext>
            </a:extLst>
          </p:cNvPr>
          <p:cNvSpPr>
            <a:spLocks xmlns:a="http://schemas.openxmlformats.org/drawingml/2006/main" noGrp="1"/>
          </p:cNvSpPr>
          <p:nvPr/>
        </p:nvSpPr>
        <p:spPr>
          <a:xfrm xmlns:a="http://schemas.openxmlformats.org/drawingml/2006/main">
            <a:off x="571500" y="6376035"/>
            <a:ext cx="619125"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14000"/>
              </a:lnSpc>
              <a:buNone/>
              <a:defRPr sz="1350" b="0">
                <a:solidFill>
                  <a:srgbClr val="D1DEED"/>
                </a:solidFill>
                <a:latin typeface="IBM Plex Sans Arabic"/>
                <a:ea typeface="IBM Plex Sans Arabic"/>
                <a:cs typeface="IBM Plex Sans Arabic"/>
              </a:defRPr>
            </a:pPr>
            <a:r>
              <a:rPr sz="1350" b="0">
                <a:solidFill>
                  <a:srgbClr val="D1DEED"/>
                </a:solidFill>
                <a:latin typeface="IBM Plex Sans Arabic"/>
                <a:ea typeface="IBM Plex Sans Arabic"/>
                <a:cs typeface="IBM Plex Sans Arabic"/>
              </a:rPr>
              <a:t>06</a:t>
            </a:r>
          </a:p>
        </p:txBody>
      </p:sp>
      <p:sp>
        <p:nvSpPr>
          <p:cNvPr id="4" name="">
            <a:extLst xmlns:a="http://schemas.openxmlformats.org/drawingml/2006/main">
              <a:ext uri="{FF2B5EF4-FFF2-40B4-BE49-F238E27FC236}">
                <a16:creationId xmlns:a16="http://schemas.microsoft.com/office/drawing/2014/main" id="{DD9DD1AA-F869-46F9-A414-FABE3CBEF480}"/>
              </a:ext>
            </a:extLst>
          </p:cNvPr>
          <p:cNvSpPr>
            <a:spLocks xmlns:a="http://schemas.openxmlformats.org/drawingml/2006/main" noGrp="1"/>
          </p:cNvSpPr>
          <p:nvPr/>
        </p:nvSpPr>
        <p:spPr>
          <a:xfrm xmlns:a="http://schemas.openxmlformats.org/drawingml/2006/main">
            <a:off x="8143875" y="1695450"/>
            <a:ext cx="3333750" cy="1352550"/>
          </a:xfrm>
          <a:prstGeom xmlns:a="http://schemas.openxmlformats.org/drawingml/2006/main" prst="roundRect">
            <a:avLst>
              <a:gd name="adj" fmla="val 5634"/>
            </a:avLst>
          </a:prstGeom>
          <a:solidFill xmlns:a="http://schemas.openxmlformats.org/drawingml/2006/main">
            <a:srgbClr val="FFFFFF"/>
          </a:solidFill>
          <a:ln xmlns:a="http://schemas.openxmlformats.org/drawingml/2006/main" w="12383">
            <a:solidFill>
              <a:srgbClr val="D4DEE9"/>
            </a:solidFill>
          </a:ln>
        </p:spPr>
      </p:sp>
      <p:sp>
        <p:nvSpPr>
          <p:cNvPr id="5" name="القبول الموحد">
            <a:extLst xmlns:a="http://schemas.openxmlformats.org/drawingml/2006/main">
              <a:ext uri="{FF2B5EF4-FFF2-40B4-BE49-F238E27FC236}">
                <a16:creationId xmlns:a16="http://schemas.microsoft.com/office/drawing/2014/main" id="{65595497-00AE-415A-BD75-C7F844E90C50}"/>
              </a:ext>
            </a:extLst>
          </p:cNvPr>
          <p:cNvSpPr>
            <a:spLocks xmlns:a="http://schemas.openxmlformats.org/drawingml/2006/main" noGrp="1"/>
          </p:cNvSpPr>
          <p:nvPr/>
        </p:nvSpPr>
        <p:spPr>
          <a:xfrm xmlns:a="http://schemas.openxmlformats.org/drawingml/2006/main">
            <a:off x="8334375" y="1838325"/>
            <a:ext cx="295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2025" b="1">
                <a:solidFill>
                  <a:srgbClr val="013070"/>
                </a:solidFill>
                <a:latin typeface="IBM Plex Sans Arabic"/>
                <a:ea typeface="IBM Plex Sans Arabic"/>
                <a:cs typeface="IBM Plex Sans Arabic"/>
              </a:defRPr>
            </a:pPr>
            <a:r>
              <a:rPr sz="2025" b="1">
                <a:solidFill>
                  <a:srgbClr val="013070"/>
                </a:solidFill>
                <a:latin typeface="IBM Plex Sans Arabic"/>
                <a:ea typeface="IBM Plex Sans Arabic"/>
                <a:cs typeface="IBM Plex Sans Arabic"/>
              </a:rPr>
              <a:t>القبول الموحد</a:t>
            </a:r>
          </a:p>
        </p:txBody>
      </p:sp>
      <p:sp>
        <p:nvSpPr>
          <p:cNvPr id="6" name="برامج وشروط&#10;بلا ميزانية أسرة">
            <a:extLst xmlns:a="http://schemas.openxmlformats.org/drawingml/2006/main">
              <a:ext uri="{FF2B5EF4-FFF2-40B4-BE49-F238E27FC236}">
                <a16:creationId xmlns:a16="http://schemas.microsoft.com/office/drawing/2014/main" id="{A9E7B810-901C-4C37-896A-6986187D0687}"/>
              </a:ext>
            </a:extLst>
          </p:cNvPr>
          <p:cNvSpPr>
            <a:spLocks xmlns:a="http://schemas.openxmlformats.org/drawingml/2006/main" noGrp="1"/>
          </p:cNvSpPr>
          <p:nvPr/>
        </p:nvSpPr>
        <p:spPr>
          <a:xfrm xmlns:a="http://schemas.openxmlformats.org/drawingml/2006/main">
            <a:off x="8353425" y="2277428"/>
            <a:ext cx="2914650" cy="6172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1575" b="0">
                <a:solidFill>
                  <a:srgbClr val="53657C"/>
                </a:solidFill>
                <a:latin typeface="IBM Plex Sans Arabic"/>
                <a:ea typeface="IBM Plex Sans Arabic"/>
                <a:cs typeface="IBM Plex Sans Arabic"/>
              </a:defRPr>
            </a:pPr>
            <a:r>
              <a:rPr sz="1575" b="0">
                <a:solidFill>
                  <a:srgbClr val="53657C"/>
                </a:solidFill>
                <a:latin typeface="IBM Plex Sans Arabic"/>
                <a:ea typeface="IBM Plex Sans Arabic"/>
                <a:cs typeface="IBM Plex Sans Arabic"/>
              </a:rPr>
              <a:t>برامج وشروط</a:t>
            </a:r>
          </a:p>
          <a:p xmlns:a="http://schemas.openxmlformats.org/drawingml/2006/main">
            <a:pPr algn="ctr">
              <a:lnSpc>
                <a:spcPct val="114000"/>
              </a:lnSpc>
              <a:buNone/>
              <a:defRPr sz="1575" b="0">
                <a:solidFill>
                  <a:srgbClr val="53657C"/>
                </a:solidFill>
                <a:latin typeface="IBM Plex Sans Arabic"/>
                <a:ea typeface="IBM Plex Sans Arabic"/>
                <a:cs typeface="IBM Plex Sans Arabic"/>
              </a:defRPr>
            </a:pPr>
            <a:r>
              <a:rPr sz="1575" b="0">
                <a:solidFill>
                  <a:srgbClr val="53657C"/>
                </a:solidFill>
                <a:latin typeface="IBM Plex Sans Arabic"/>
                <a:ea typeface="IBM Plex Sans Arabic"/>
                <a:cs typeface="IBM Plex Sans Arabic"/>
              </a:rPr>
              <a:t>بلا ميزانية أسرة</a:t>
            </a:r>
          </a:p>
        </p:txBody>
      </p:sp>
      <p:sp>
        <p:nvSpPr>
          <p:cNvPr id="7" name="↓">
            <a:extLst xmlns:a="http://schemas.openxmlformats.org/drawingml/2006/main">
              <a:ext uri="{FF2B5EF4-FFF2-40B4-BE49-F238E27FC236}">
                <a16:creationId xmlns:a16="http://schemas.microsoft.com/office/drawing/2014/main" id="{EA18A23A-36B8-4126-ABBE-C0C5448D7573}"/>
              </a:ext>
            </a:extLst>
          </p:cNvPr>
          <p:cNvSpPr>
            <a:spLocks xmlns:a="http://schemas.openxmlformats.org/drawingml/2006/main" noGrp="1"/>
          </p:cNvSpPr>
          <p:nvPr/>
        </p:nvSpPr>
        <p:spPr>
          <a:xfrm xmlns:a="http://schemas.openxmlformats.org/drawingml/2006/main">
            <a:off x="9505950" y="3043238"/>
            <a:ext cx="6096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1875" b="1">
                <a:solidFill>
                  <a:srgbClr val="C8A04C"/>
                </a:solidFill>
                <a:latin typeface="IBM Plex Sans Arabic"/>
                <a:ea typeface="IBM Plex Sans Arabic"/>
                <a:cs typeface="IBM Plex Sans Arabic"/>
              </a:defRPr>
            </a:pPr>
            <a:r>
              <a:rPr sz="1875" b="1">
                <a:solidFill>
                  <a:srgbClr val="C8A04C"/>
                </a:solidFill>
                <a:latin typeface="IBM Plex Sans Arabic"/>
                <a:ea typeface="IBM Plex Sans Arabic"/>
                <a:cs typeface="IBM Plex Sans Arabic"/>
              </a:rPr>
              <a:t>↓</a:t>
            </a:r>
          </a:p>
        </p:txBody>
      </p:sp>
      <p:sp>
        <p:nvSpPr>
          <p:cNvPr id="8" name="">
            <a:extLst xmlns:a="http://schemas.openxmlformats.org/drawingml/2006/main">
              <a:ext uri="{FF2B5EF4-FFF2-40B4-BE49-F238E27FC236}">
                <a16:creationId xmlns:a16="http://schemas.microsoft.com/office/drawing/2014/main" id="{4698C005-87BD-4F4F-A0AA-9AD8852A6A04}"/>
              </a:ext>
            </a:extLst>
          </p:cNvPr>
          <p:cNvSpPr>
            <a:spLocks xmlns:a="http://schemas.openxmlformats.org/drawingml/2006/main" noGrp="1"/>
          </p:cNvSpPr>
          <p:nvPr/>
        </p:nvSpPr>
        <p:spPr>
          <a:xfrm xmlns:a="http://schemas.openxmlformats.org/drawingml/2006/main">
            <a:off x="4333875" y="1695450"/>
            <a:ext cx="3333750" cy="1352550"/>
          </a:xfrm>
          <a:prstGeom xmlns:a="http://schemas.openxmlformats.org/drawingml/2006/main" prst="roundRect">
            <a:avLst>
              <a:gd name="adj" fmla="val 5634"/>
            </a:avLst>
          </a:prstGeom>
          <a:solidFill xmlns:a="http://schemas.openxmlformats.org/drawingml/2006/main">
            <a:srgbClr val="FFFFFF"/>
          </a:solidFill>
          <a:ln xmlns:a="http://schemas.openxmlformats.org/drawingml/2006/main" w="12383">
            <a:solidFill>
              <a:srgbClr val="D4DEE9"/>
            </a:solidFill>
          </a:ln>
        </p:spPr>
      </p:sp>
      <p:sp>
        <p:nvSpPr>
          <p:cNvPr id="9" name="مواقع الجامعات">
            <a:extLst xmlns:a="http://schemas.openxmlformats.org/drawingml/2006/main">
              <a:ext uri="{FF2B5EF4-FFF2-40B4-BE49-F238E27FC236}">
                <a16:creationId xmlns:a16="http://schemas.microsoft.com/office/drawing/2014/main" id="{7D68539B-AAD5-4ABF-B496-EAF234F5DB17}"/>
              </a:ext>
            </a:extLst>
          </p:cNvPr>
          <p:cNvSpPr>
            <a:spLocks xmlns:a="http://schemas.openxmlformats.org/drawingml/2006/main" noGrp="1"/>
          </p:cNvSpPr>
          <p:nvPr/>
        </p:nvSpPr>
        <p:spPr>
          <a:xfrm xmlns:a="http://schemas.openxmlformats.org/drawingml/2006/main">
            <a:off x="4524375" y="1838325"/>
            <a:ext cx="295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2025" b="1">
                <a:solidFill>
                  <a:srgbClr val="013070"/>
                </a:solidFill>
                <a:latin typeface="IBM Plex Sans Arabic"/>
                <a:ea typeface="IBM Plex Sans Arabic"/>
                <a:cs typeface="IBM Plex Sans Arabic"/>
              </a:defRPr>
            </a:pPr>
            <a:r>
              <a:rPr sz="2025" b="1">
                <a:solidFill>
                  <a:srgbClr val="013070"/>
                </a:solidFill>
                <a:latin typeface="IBM Plex Sans Arabic"/>
                <a:ea typeface="IBM Plex Sans Arabic"/>
                <a:cs typeface="IBM Plex Sans Arabic"/>
              </a:rPr>
              <a:t>مواقع الجامعات</a:t>
            </a:r>
          </a:p>
        </p:txBody>
      </p:sp>
      <p:sp>
        <p:nvSpPr>
          <p:cNvPr id="10" name="رسوم منفصلة&#10;بلا مقارنة موحّدة">
            <a:extLst xmlns:a="http://schemas.openxmlformats.org/drawingml/2006/main">
              <a:ext uri="{FF2B5EF4-FFF2-40B4-BE49-F238E27FC236}">
                <a16:creationId xmlns:a16="http://schemas.microsoft.com/office/drawing/2014/main" id="{A18C8D2A-008E-4D8E-BE69-3B98E1A6F912}"/>
              </a:ext>
            </a:extLst>
          </p:cNvPr>
          <p:cNvSpPr>
            <a:spLocks xmlns:a="http://schemas.openxmlformats.org/drawingml/2006/main" noGrp="1"/>
          </p:cNvSpPr>
          <p:nvPr/>
        </p:nvSpPr>
        <p:spPr>
          <a:xfrm xmlns:a="http://schemas.openxmlformats.org/drawingml/2006/main">
            <a:off x="4543425" y="2277428"/>
            <a:ext cx="2914650" cy="6172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1575" b="0">
                <a:solidFill>
                  <a:srgbClr val="53657C"/>
                </a:solidFill>
                <a:latin typeface="IBM Plex Sans Arabic"/>
                <a:ea typeface="IBM Plex Sans Arabic"/>
                <a:cs typeface="IBM Plex Sans Arabic"/>
              </a:defRPr>
            </a:pPr>
            <a:r>
              <a:rPr sz="1575" b="0">
                <a:solidFill>
                  <a:srgbClr val="53657C"/>
                </a:solidFill>
                <a:latin typeface="IBM Plex Sans Arabic"/>
                <a:ea typeface="IBM Plex Sans Arabic"/>
                <a:cs typeface="IBM Plex Sans Arabic"/>
              </a:rPr>
              <a:t>رسوم منفصلة</a:t>
            </a:r>
          </a:p>
          <a:p xmlns:a="http://schemas.openxmlformats.org/drawingml/2006/main">
            <a:pPr algn="ctr">
              <a:lnSpc>
                <a:spcPct val="114000"/>
              </a:lnSpc>
              <a:buNone/>
              <a:defRPr sz="1575" b="0">
                <a:solidFill>
                  <a:srgbClr val="53657C"/>
                </a:solidFill>
                <a:latin typeface="IBM Plex Sans Arabic"/>
                <a:ea typeface="IBM Plex Sans Arabic"/>
                <a:cs typeface="IBM Plex Sans Arabic"/>
              </a:defRPr>
            </a:pPr>
            <a:r>
              <a:rPr sz="1575" b="0">
                <a:solidFill>
                  <a:srgbClr val="53657C"/>
                </a:solidFill>
                <a:latin typeface="IBM Plex Sans Arabic"/>
                <a:ea typeface="IBM Plex Sans Arabic"/>
                <a:cs typeface="IBM Plex Sans Arabic"/>
              </a:rPr>
              <a:t>بلا مقارنة موحّدة</a:t>
            </a:r>
          </a:p>
        </p:txBody>
      </p:sp>
      <p:sp>
        <p:nvSpPr>
          <p:cNvPr id="11" name="↓">
            <a:extLst xmlns:a="http://schemas.openxmlformats.org/drawingml/2006/main">
              <a:ext uri="{FF2B5EF4-FFF2-40B4-BE49-F238E27FC236}">
                <a16:creationId xmlns:a16="http://schemas.microsoft.com/office/drawing/2014/main" id="{81A1DBF8-1C0A-43C6-B66E-155CE293A67F}"/>
              </a:ext>
            </a:extLst>
          </p:cNvPr>
          <p:cNvSpPr>
            <a:spLocks xmlns:a="http://schemas.openxmlformats.org/drawingml/2006/main" noGrp="1"/>
          </p:cNvSpPr>
          <p:nvPr/>
        </p:nvSpPr>
        <p:spPr>
          <a:xfrm xmlns:a="http://schemas.openxmlformats.org/drawingml/2006/main">
            <a:off x="5695950" y="3043238"/>
            <a:ext cx="6096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1875" b="1">
                <a:solidFill>
                  <a:srgbClr val="C8A04C"/>
                </a:solidFill>
                <a:latin typeface="IBM Plex Sans Arabic"/>
                <a:ea typeface="IBM Plex Sans Arabic"/>
                <a:cs typeface="IBM Plex Sans Arabic"/>
              </a:defRPr>
            </a:pPr>
            <a:r>
              <a:rPr sz="1875" b="1">
                <a:solidFill>
                  <a:srgbClr val="C8A04C"/>
                </a:solidFill>
                <a:latin typeface="IBM Plex Sans Arabic"/>
                <a:ea typeface="IBM Plex Sans Arabic"/>
                <a:cs typeface="IBM Plex Sans Arabic"/>
              </a:rPr>
              <a:t>↓</a:t>
            </a:r>
          </a:p>
        </p:txBody>
      </p:sp>
      <p:sp>
        <p:nvSpPr>
          <p:cNvPr id="12" name="">
            <a:extLst xmlns:a="http://schemas.openxmlformats.org/drawingml/2006/main">
              <a:ext uri="{FF2B5EF4-FFF2-40B4-BE49-F238E27FC236}">
                <a16:creationId xmlns:a16="http://schemas.microsoft.com/office/drawing/2014/main" id="{F0FBD67C-8269-4330-B982-5BC1E77EBC02}"/>
              </a:ext>
            </a:extLst>
          </p:cNvPr>
          <p:cNvSpPr>
            <a:spLocks xmlns:a="http://schemas.openxmlformats.org/drawingml/2006/main" noGrp="1"/>
          </p:cNvSpPr>
          <p:nvPr/>
        </p:nvSpPr>
        <p:spPr>
          <a:xfrm xmlns:a="http://schemas.openxmlformats.org/drawingml/2006/main">
            <a:off x="523875" y="1695450"/>
            <a:ext cx="3333750" cy="1352550"/>
          </a:xfrm>
          <a:prstGeom xmlns:a="http://schemas.openxmlformats.org/drawingml/2006/main" prst="roundRect">
            <a:avLst>
              <a:gd name="adj" fmla="val 5634"/>
            </a:avLst>
          </a:prstGeom>
          <a:solidFill xmlns:a="http://schemas.openxmlformats.org/drawingml/2006/main">
            <a:srgbClr val="FFFFFF"/>
          </a:solidFill>
          <a:ln xmlns:a="http://schemas.openxmlformats.org/drawingml/2006/main" w="12383">
            <a:solidFill>
              <a:srgbClr val="D4DEE9"/>
            </a:solidFill>
          </a:ln>
        </p:spPr>
      </p:sp>
      <p:sp>
        <p:nvSpPr>
          <p:cNvPr id="13" name="إحصاءات العمل">
            <a:extLst xmlns:a="http://schemas.openxmlformats.org/drawingml/2006/main">
              <a:ext uri="{FF2B5EF4-FFF2-40B4-BE49-F238E27FC236}">
                <a16:creationId xmlns:a16="http://schemas.microsoft.com/office/drawing/2014/main" id="{5A34EFA0-89BC-4862-9354-DD04B07614BA}"/>
              </a:ext>
            </a:extLst>
          </p:cNvPr>
          <p:cNvSpPr>
            <a:spLocks xmlns:a="http://schemas.openxmlformats.org/drawingml/2006/main" noGrp="1"/>
          </p:cNvSpPr>
          <p:nvPr/>
        </p:nvSpPr>
        <p:spPr>
          <a:xfrm xmlns:a="http://schemas.openxmlformats.org/drawingml/2006/main">
            <a:off x="714375" y="1838325"/>
            <a:ext cx="295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2025" b="1">
                <a:solidFill>
                  <a:srgbClr val="013070"/>
                </a:solidFill>
                <a:latin typeface="IBM Plex Sans Arabic"/>
                <a:ea typeface="IBM Plex Sans Arabic"/>
                <a:cs typeface="IBM Plex Sans Arabic"/>
              </a:defRPr>
            </a:pPr>
            <a:r>
              <a:rPr sz="2025" b="1">
                <a:solidFill>
                  <a:srgbClr val="013070"/>
                </a:solidFill>
                <a:latin typeface="IBM Plex Sans Arabic"/>
                <a:ea typeface="IBM Plex Sans Arabic"/>
                <a:cs typeface="IBM Plex Sans Arabic"/>
              </a:rPr>
              <a:t>إحصاءات العمل</a:t>
            </a:r>
          </a:p>
        </p:txBody>
      </p:sp>
      <p:sp>
        <p:nvSpPr>
          <p:cNvPr id="14" name="مؤشرات سوق&#10;بلا ربط بخيار الطالب">
            <a:extLst xmlns:a="http://schemas.openxmlformats.org/drawingml/2006/main">
              <a:ext uri="{FF2B5EF4-FFF2-40B4-BE49-F238E27FC236}">
                <a16:creationId xmlns:a16="http://schemas.microsoft.com/office/drawing/2014/main" id="{31D01919-D95E-49DE-B105-1102F4FE241F}"/>
              </a:ext>
            </a:extLst>
          </p:cNvPr>
          <p:cNvSpPr>
            <a:spLocks xmlns:a="http://schemas.openxmlformats.org/drawingml/2006/main" noGrp="1"/>
          </p:cNvSpPr>
          <p:nvPr/>
        </p:nvSpPr>
        <p:spPr>
          <a:xfrm xmlns:a="http://schemas.openxmlformats.org/drawingml/2006/main">
            <a:off x="733425" y="2277428"/>
            <a:ext cx="2914650" cy="6172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1575" b="0">
                <a:solidFill>
                  <a:srgbClr val="53657C"/>
                </a:solidFill>
                <a:latin typeface="IBM Plex Sans Arabic"/>
                <a:ea typeface="IBM Plex Sans Arabic"/>
                <a:cs typeface="IBM Plex Sans Arabic"/>
              </a:defRPr>
            </a:pPr>
            <a:r>
              <a:rPr sz="1575" b="0">
                <a:solidFill>
                  <a:srgbClr val="53657C"/>
                </a:solidFill>
                <a:latin typeface="IBM Plex Sans Arabic"/>
                <a:ea typeface="IBM Plex Sans Arabic"/>
                <a:cs typeface="IBM Plex Sans Arabic"/>
              </a:rPr>
              <a:t>مؤشرات سوق</a:t>
            </a:r>
          </a:p>
          <a:p xmlns:a="http://schemas.openxmlformats.org/drawingml/2006/main">
            <a:pPr algn="ctr">
              <a:lnSpc>
                <a:spcPct val="114000"/>
              </a:lnSpc>
              <a:buNone/>
              <a:defRPr sz="1575" b="0">
                <a:solidFill>
                  <a:srgbClr val="53657C"/>
                </a:solidFill>
                <a:latin typeface="IBM Plex Sans Arabic"/>
                <a:ea typeface="IBM Plex Sans Arabic"/>
                <a:cs typeface="IBM Plex Sans Arabic"/>
              </a:defRPr>
            </a:pPr>
            <a:r>
              <a:rPr sz="1575" b="0">
                <a:solidFill>
                  <a:srgbClr val="53657C"/>
                </a:solidFill>
                <a:latin typeface="IBM Plex Sans Arabic"/>
                <a:ea typeface="IBM Plex Sans Arabic"/>
                <a:cs typeface="IBM Plex Sans Arabic"/>
              </a:rPr>
              <a:t>بلا ربط بخيار الطالب</a:t>
            </a:r>
          </a:p>
        </p:txBody>
      </p:sp>
      <p:sp>
        <p:nvSpPr>
          <p:cNvPr id="15" name="↓">
            <a:extLst xmlns:a="http://schemas.openxmlformats.org/drawingml/2006/main">
              <a:ext uri="{FF2B5EF4-FFF2-40B4-BE49-F238E27FC236}">
                <a16:creationId xmlns:a16="http://schemas.microsoft.com/office/drawing/2014/main" id="{0C6BE095-FF12-4A6D-B350-99F14290348D}"/>
              </a:ext>
            </a:extLst>
          </p:cNvPr>
          <p:cNvSpPr>
            <a:spLocks xmlns:a="http://schemas.openxmlformats.org/drawingml/2006/main" noGrp="1"/>
          </p:cNvSpPr>
          <p:nvPr/>
        </p:nvSpPr>
        <p:spPr>
          <a:xfrm xmlns:a="http://schemas.openxmlformats.org/drawingml/2006/main">
            <a:off x="1885950" y="3043238"/>
            <a:ext cx="6096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1875" b="1">
                <a:solidFill>
                  <a:srgbClr val="C8A04C"/>
                </a:solidFill>
                <a:latin typeface="IBM Plex Sans Arabic"/>
                <a:ea typeface="IBM Plex Sans Arabic"/>
                <a:cs typeface="IBM Plex Sans Arabic"/>
              </a:defRPr>
            </a:pPr>
            <a:r>
              <a:rPr sz="1875" b="1">
                <a:solidFill>
                  <a:srgbClr val="C8A04C"/>
                </a:solidFill>
                <a:latin typeface="IBM Plex Sans Arabic"/>
                <a:ea typeface="IBM Plex Sans Arabic"/>
                <a:cs typeface="IBM Plex Sans Arabic"/>
              </a:rPr>
              <a:t>↓</a:t>
            </a:r>
          </a:p>
        </p:txBody>
      </p:sp>
      <p:sp>
        <p:nvSpPr>
          <p:cNvPr id="16" name="">
            <a:extLst xmlns:a="http://schemas.openxmlformats.org/drawingml/2006/main">
              <a:ext uri="{FF2B5EF4-FFF2-40B4-BE49-F238E27FC236}">
                <a16:creationId xmlns:a16="http://schemas.microsoft.com/office/drawing/2014/main" id="{A655C44C-3DBB-432B-88E7-AF21515A2CE3}"/>
              </a:ext>
            </a:extLst>
          </p:cNvPr>
          <p:cNvSpPr>
            <a:spLocks xmlns:a="http://schemas.openxmlformats.org/drawingml/2006/main" noGrp="1"/>
          </p:cNvSpPr>
          <p:nvPr/>
        </p:nvSpPr>
        <p:spPr>
          <a:xfrm xmlns:a="http://schemas.openxmlformats.org/drawingml/2006/main">
            <a:off x="1524000" y="3457575"/>
            <a:ext cx="9953625" cy="990600"/>
          </a:xfrm>
          <a:prstGeom xmlns:a="http://schemas.openxmlformats.org/drawingml/2006/main" prst="roundRect">
            <a:avLst>
              <a:gd name="adj" fmla="val 7692"/>
            </a:avLst>
          </a:prstGeom>
          <a:solidFill xmlns:a="http://schemas.openxmlformats.org/drawingml/2006/main">
            <a:srgbClr val="F3EAD7"/>
          </a:solidFill>
          <a:ln xmlns:a="http://schemas.openxmlformats.org/drawingml/2006/main" w="12383">
            <a:solidFill>
              <a:srgbClr val="DFC98F"/>
            </a:solidFill>
          </a:ln>
        </p:spPr>
      </p:sp>
      <p:sp>
        <p:nvSpPr>
          <p:cNvPr id="17" name="مُرشِدي يضيف سياق الطالب">
            <a:extLst xmlns:a="http://schemas.openxmlformats.org/drawingml/2006/main">
              <a:ext uri="{FF2B5EF4-FFF2-40B4-BE49-F238E27FC236}">
                <a16:creationId xmlns:a16="http://schemas.microsoft.com/office/drawing/2014/main" id="{BD6413F0-9AFB-4404-8AA8-8E6D76AF3390}"/>
              </a:ext>
            </a:extLst>
          </p:cNvPr>
          <p:cNvSpPr>
            <a:spLocks xmlns:a="http://schemas.openxmlformats.org/drawingml/2006/main" noGrp="1"/>
          </p:cNvSpPr>
          <p:nvPr/>
        </p:nvSpPr>
        <p:spPr>
          <a:xfrm xmlns:a="http://schemas.openxmlformats.org/drawingml/2006/main">
            <a:off x="1809750" y="3527108"/>
            <a:ext cx="9382125" cy="4705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2325" b="1">
                <a:solidFill>
                  <a:srgbClr val="013070"/>
                </a:solidFill>
                <a:latin typeface="IBM Plex Sans Arabic"/>
                <a:ea typeface="IBM Plex Sans Arabic"/>
                <a:cs typeface="IBM Plex Sans Arabic"/>
              </a:defRPr>
            </a:pPr>
            <a:r>
              <a:rPr sz="2325" b="1">
                <a:solidFill>
                  <a:srgbClr val="013070"/>
                </a:solidFill>
                <a:latin typeface="IBM Plex Sans Arabic"/>
                <a:ea typeface="IBM Plex Sans Arabic"/>
                <a:cs typeface="IBM Plex Sans Arabic"/>
              </a:rPr>
              <a:t>مُرشِدي يضيف سياق الطالب</a:t>
            </a:r>
          </a:p>
        </p:txBody>
      </p:sp>
      <p:sp>
        <p:nvSpPr>
          <p:cNvPr id="18" name="الاهتمامات  +  ميزانية الأسرة  +  مقارنة موحّ">
            <a:extLst xmlns:a="http://schemas.openxmlformats.org/drawingml/2006/main">
              <a:ext uri="{FF2B5EF4-FFF2-40B4-BE49-F238E27FC236}">
                <a16:creationId xmlns:a16="http://schemas.microsoft.com/office/drawing/2014/main" id="{5D204E7E-8C6C-42EE-9DD8-FBD19D8ABA6C}"/>
              </a:ext>
            </a:extLst>
          </p:cNvPr>
          <p:cNvSpPr>
            <a:spLocks xmlns:a="http://schemas.openxmlformats.org/drawingml/2006/main" noGrp="1"/>
          </p:cNvSpPr>
          <p:nvPr/>
        </p:nvSpPr>
        <p:spPr>
          <a:xfrm xmlns:a="http://schemas.openxmlformats.org/drawingml/2006/main">
            <a:off x="1809750" y="3968115"/>
            <a:ext cx="9382125" cy="350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1650" b="0">
                <a:solidFill>
                  <a:srgbClr val="53657C"/>
                </a:solidFill>
                <a:latin typeface="IBM Plex Sans Arabic"/>
                <a:ea typeface="IBM Plex Sans Arabic"/>
                <a:cs typeface="IBM Plex Sans Arabic"/>
              </a:defRPr>
            </a:pPr>
            <a:r>
              <a:rPr sz="1650" b="0">
                <a:solidFill>
                  <a:srgbClr val="53657C"/>
                </a:solidFill>
                <a:latin typeface="IBM Plex Sans Arabic"/>
                <a:ea typeface="IBM Plex Sans Arabic"/>
                <a:cs typeface="IBM Plex Sans Arabic"/>
              </a:rPr>
              <a:t>الاهتمامات  +  ميزانية الأسرة  +  مقارنة موحّدة  +  مصدر وتاريخ</a:t>
            </a:r>
          </a:p>
        </p:txBody>
      </p:sp>
      <p:sp>
        <p:nvSpPr>
          <p:cNvPr id="19" name="">
            <a:extLst xmlns:a="http://schemas.openxmlformats.org/drawingml/2006/main">
              <a:ext uri="{FF2B5EF4-FFF2-40B4-BE49-F238E27FC236}">
                <a16:creationId xmlns:a16="http://schemas.microsoft.com/office/drawing/2014/main" id="{60DFC60E-613C-45D0-83AB-B0F1A5918421}"/>
              </a:ext>
            </a:extLst>
          </p:cNvPr>
          <p:cNvSpPr>
            <a:spLocks xmlns:a="http://schemas.openxmlformats.org/drawingml/2006/main" noGrp="1"/>
          </p:cNvSpPr>
          <p:nvPr/>
        </p:nvSpPr>
        <p:spPr>
          <a:xfrm xmlns:a="http://schemas.openxmlformats.org/drawingml/2006/main">
            <a:off x="1524000" y="4638675"/>
            <a:ext cx="9953625" cy="638175"/>
          </a:xfrm>
          <a:prstGeom xmlns:a="http://schemas.openxmlformats.org/drawingml/2006/main" prst="roundRect">
            <a:avLst>
              <a:gd name="adj" fmla="val 11940"/>
            </a:avLst>
          </a:prstGeom>
          <a:solidFill xmlns:a="http://schemas.openxmlformats.org/drawingml/2006/main">
            <a:srgbClr val="123D76"/>
          </a:solidFill>
          <a:ln xmlns:a="http://schemas.openxmlformats.org/drawingml/2006/main" w="12383">
            <a:solidFill>
              <a:srgbClr val="58749B"/>
            </a:solidFill>
          </a:ln>
        </p:spPr>
      </p:sp>
      <p:sp>
        <p:nvSpPr>
          <p:cNvPr id="20" name="النتيجة: قرار شخصي قابل للتفسير">
            <a:extLst xmlns:a="http://schemas.openxmlformats.org/drawingml/2006/main">
              <a:ext uri="{FF2B5EF4-FFF2-40B4-BE49-F238E27FC236}">
                <a16:creationId xmlns:a16="http://schemas.microsoft.com/office/drawing/2014/main" id="{3F7E5B49-6CA0-4DE5-8066-EEAD1EDDA380}"/>
              </a:ext>
            </a:extLst>
          </p:cNvPr>
          <p:cNvSpPr>
            <a:spLocks xmlns:a="http://schemas.openxmlformats.org/drawingml/2006/main" noGrp="1"/>
          </p:cNvSpPr>
          <p:nvPr/>
        </p:nvSpPr>
        <p:spPr>
          <a:xfrm xmlns:a="http://schemas.openxmlformats.org/drawingml/2006/main">
            <a:off x="1809750" y="4724400"/>
            <a:ext cx="9382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2100" b="1">
                <a:solidFill>
                  <a:srgbClr val="FFFFFF"/>
                </a:solidFill>
                <a:latin typeface="IBM Plex Sans Arabic"/>
                <a:ea typeface="IBM Plex Sans Arabic"/>
                <a:cs typeface="IBM Plex Sans Arabic"/>
              </a:defRPr>
            </a:pPr>
            <a:r>
              <a:rPr sz="2100" b="1">
                <a:solidFill>
                  <a:srgbClr val="FFFFFF"/>
                </a:solidFill>
                <a:latin typeface="IBM Plex Sans Arabic"/>
                <a:ea typeface="IBM Plex Sans Arabic"/>
                <a:cs typeface="IBM Plex Sans Arabic"/>
              </a:rPr>
              <a:t>النتيجة: قرار شخصي قابل للتفسير</a:t>
            </a:r>
          </a:p>
        </p:txBody>
      </p:sp>
      <p:sp>
        <p:nvSpPr>
          <p:cNvPr id="21" name="">
            <a:extLst xmlns:a="http://schemas.openxmlformats.org/drawingml/2006/main">
              <a:ext uri="{FF2B5EF4-FFF2-40B4-BE49-F238E27FC236}">
                <a16:creationId xmlns:a16="http://schemas.microsoft.com/office/drawing/2014/main" id="{C469F217-A249-4C06-AEE1-73E2C1EF30C8}"/>
              </a:ext>
            </a:extLst>
          </p:cNvPr>
          <p:cNvSpPr>
            <a:spLocks xmlns:a="http://schemas.openxmlformats.org/drawingml/2006/main" noGrp="1"/>
          </p:cNvSpPr>
          <p:nvPr/>
        </p:nvSpPr>
        <p:spPr>
          <a:xfrm xmlns:a="http://schemas.openxmlformats.org/drawingml/2006/main">
            <a:off x="1524000" y="5476875"/>
            <a:ext cx="9953625" cy="628650"/>
          </a:xfrm>
          <a:prstGeom xmlns:a="http://schemas.openxmlformats.org/drawingml/2006/main" prst="roundRect">
            <a:avLst>
              <a:gd name="adj" fmla="val 12121"/>
            </a:avLst>
          </a:prstGeom>
          <a:solidFill xmlns:a="http://schemas.openxmlformats.org/drawingml/2006/main">
            <a:srgbClr val="0A2D61"/>
          </a:solidFill>
          <a:ln xmlns:a="http://schemas.openxmlformats.org/drawingml/2006/main" w="12383">
            <a:solidFill>
              <a:srgbClr val="58749B"/>
            </a:solidFill>
          </a:ln>
        </p:spPr>
      </p:sp>
      <p:sp>
        <p:nvSpPr>
          <p:cNvPr id="22" name="دراستان عشوائيتان  •  أكثر من 77 ألف مشارك  •">
            <a:extLst xmlns:a="http://schemas.openxmlformats.org/drawingml/2006/main">
              <a:ext uri="{FF2B5EF4-FFF2-40B4-BE49-F238E27FC236}">
                <a16:creationId xmlns:a16="http://schemas.microsoft.com/office/drawing/2014/main" id="{9B3FB438-ED8E-4CE3-8D20-346216F68ED6}"/>
              </a:ext>
            </a:extLst>
          </p:cNvPr>
          <p:cNvSpPr>
            <a:spLocks xmlns:a="http://schemas.openxmlformats.org/drawingml/2006/main" noGrp="1"/>
          </p:cNvSpPr>
          <p:nvPr/>
        </p:nvSpPr>
        <p:spPr>
          <a:xfrm xmlns:a="http://schemas.openxmlformats.org/drawingml/2006/main">
            <a:off x="1733550" y="5553075"/>
            <a:ext cx="95345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1575" b="1">
                <a:solidFill>
                  <a:srgbClr val="D1DEED"/>
                </a:solidFill>
                <a:latin typeface="IBM Plex Sans Arabic"/>
                <a:ea typeface="IBM Plex Sans Arabic"/>
                <a:cs typeface="IBM Plex Sans Arabic"/>
              </a:defRPr>
            </a:pPr>
            <a:r>
              <a:rPr sz="1575" b="1">
                <a:solidFill>
                  <a:srgbClr val="D1DEED"/>
                </a:solidFill>
                <a:latin typeface="IBM Plex Sans Arabic"/>
                <a:ea typeface="IBM Plex Sans Arabic"/>
                <a:cs typeface="IBM Plex Sans Arabic"/>
              </a:rPr>
              <a:t>دراستان عشوائيتان  •  أكثر من 77 ألف مشارك  •  ندعم المنطق ونختبر الأثر محليًا</a:t>
            </a:r>
          </a:p>
        </p:txBody>
      </p:sp>
    </p:spTree>
    <p:extLst>
      <p:ext uri="{BB962C8B-B14F-4D97-AF65-F5344CB8AC3E}">
        <p14:creationId xmlns:p14="http://schemas.microsoft.com/office/powerpoint/2010/main" val="127833521"/>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435e4d1e22cd4d63"/>
          <a:stretch xmlns:a="http://schemas.openxmlformats.org/drawingml/2006/main"/>
        </p:blipFill>
        <p:spPr>
          <a:xfrm xmlns:a="http://schemas.openxmlformats.org/drawingml/2006/main">
            <a:off x="11125200" y="400050"/>
            <a:ext cx="552450" cy="552450"/>
          </a:xfrm>
          <a:prstGeom xmlns:a="http://schemas.openxmlformats.org/drawingml/2006/main" prst="rect">
            <a:avLst/>
          </a:prstGeom>
        </p:spPr>
      </p:pic>
      <p:sp>
        <p:nvSpPr>
          <p:cNvPr id="2" name="لمن؟ ومن يدفع؟">
            <a:extLst xmlns:a="http://schemas.openxmlformats.org/drawingml/2006/main">
              <a:ext uri="{FF2B5EF4-FFF2-40B4-BE49-F238E27FC236}">
                <a16:creationId xmlns:a16="http://schemas.microsoft.com/office/drawing/2014/main" id="{2F443F12-ABA8-40B5-BC1E-B579D4A5EFEF}"/>
              </a:ext>
            </a:extLst>
          </p:cNvPr>
          <p:cNvSpPr>
            <a:spLocks xmlns:a="http://schemas.openxmlformats.org/drawingml/2006/main" noGrp="1"/>
          </p:cNvSpPr>
          <p:nvPr/>
        </p:nvSpPr>
        <p:spPr>
          <a:xfrm xmlns:a="http://schemas.openxmlformats.org/drawingml/2006/main">
            <a:off x="571500" y="476250"/>
            <a:ext cx="1028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14000"/>
              </a:lnSpc>
              <a:buNone/>
              <a:defRPr sz="3300" b="1">
                <a:solidFill>
                  <a:srgbClr val="013070"/>
                </a:solidFill>
                <a:latin typeface="IBM Plex Sans Arabic"/>
                <a:ea typeface="IBM Plex Sans Arabic"/>
                <a:cs typeface="IBM Plex Sans Arabic"/>
              </a:defRPr>
            </a:pPr>
            <a:r>
              <a:rPr sz="3300" b="1">
                <a:solidFill>
                  <a:srgbClr val="013070"/>
                </a:solidFill>
                <a:latin typeface="IBM Plex Sans Arabic"/>
                <a:ea typeface="IBM Plex Sans Arabic"/>
                <a:cs typeface="IBM Plex Sans Arabic"/>
              </a:rPr>
              <a:t>لمن؟ ومن يدفع؟</a:t>
            </a:r>
          </a:p>
        </p:txBody>
      </p:sp>
      <p:sp>
        <p:nvSpPr>
          <p:cNvPr id="3" name="07">
            <a:extLst xmlns:a="http://schemas.openxmlformats.org/drawingml/2006/main">
              <a:ext uri="{FF2B5EF4-FFF2-40B4-BE49-F238E27FC236}">
                <a16:creationId xmlns:a16="http://schemas.microsoft.com/office/drawing/2014/main" id="{9E4C670B-6888-49AD-8E5E-0BC515BDAB75}"/>
              </a:ext>
            </a:extLst>
          </p:cNvPr>
          <p:cNvSpPr>
            <a:spLocks xmlns:a="http://schemas.openxmlformats.org/drawingml/2006/main" noGrp="1"/>
          </p:cNvSpPr>
          <p:nvPr/>
        </p:nvSpPr>
        <p:spPr>
          <a:xfrm xmlns:a="http://schemas.openxmlformats.org/drawingml/2006/main">
            <a:off x="571500" y="6376035"/>
            <a:ext cx="619125"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14000"/>
              </a:lnSpc>
              <a:buNone/>
              <a:defRPr sz="1350" b="0">
                <a:solidFill>
                  <a:srgbClr val="53657C"/>
                </a:solidFill>
                <a:latin typeface="IBM Plex Sans Arabic"/>
                <a:ea typeface="IBM Plex Sans Arabic"/>
                <a:cs typeface="IBM Plex Sans Arabic"/>
              </a:defRPr>
            </a:pPr>
            <a:r>
              <a:rPr sz="1350" b="0">
                <a:solidFill>
                  <a:srgbClr val="53657C"/>
                </a:solidFill>
                <a:latin typeface="IBM Plex Sans Arabic"/>
                <a:ea typeface="IBM Plex Sans Arabic"/>
                <a:cs typeface="IBM Plex Sans Arabic"/>
              </a:rPr>
              <a:t>07</a:t>
            </a:r>
          </a:p>
        </p:txBody>
      </p:sp>
      <p:sp>
        <p:nvSpPr>
          <p:cNvPr id="4" name="">
            <a:extLst xmlns:a="http://schemas.openxmlformats.org/drawingml/2006/main">
              <a:ext uri="{FF2B5EF4-FFF2-40B4-BE49-F238E27FC236}">
                <a16:creationId xmlns:a16="http://schemas.microsoft.com/office/drawing/2014/main" id="{C4A5F26E-52C5-4FFB-BBD6-79EC71338E97}"/>
              </a:ext>
            </a:extLst>
          </p:cNvPr>
          <p:cNvSpPr>
            <a:spLocks xmlns:a="http://schemas.openxmlformats.org/drawingml/2006/main" noGrp="1"/>
          </p:cNvSpPr>
          <p:nvPr/>
        </p:nvSpPr>
        <p:spPr>
          <a:xfrm xmlns:a="http://schemas.openxmlformats.org/drawingml/2006/main">
            <a:off x="8143875" y="1781175"/>
            <a:ext cx="3333750" cy="3600450"/>
          </a:xfrm>
          <a:prstGeom xmlns:a="http://schemas.openxmlformats.org/drawingml/2006/main" prst="roundRect">
            <a:avLst>
              <a:gd name="adj" fmla="val 2286"/>
            </a:avLst>
          </a:prstGeom>
          <a:solidFill xmlns:a="http://schemas.openxmlformats.org/drawingml/2006/main">
            <a:srgbClr val="F3EAD7"/>
          </a:solidFill>
          <a:ln xmlns:a="http://schemas.openxmlformats.org/drawingml/2006/main" w="12383">
            <a:solidFill>
              <a:srgbClr val="DFC98F"/>
            </a:solidFill>
          </a:ln>
        </p:spPr>
      </p:sp>
      <p:sp>
        <p:nvSpPr>
          <p:cNvPr id="5" name="">
            <a:extLst xmlns:a="http://schemas.openxmlformats.org/drawingml/2006/main">
              <a:ext uri="{FF2B5EF4-FFF2-40B4-BE49-F238E27FC236}">
                <a16:creationId xmlns:a16="http://schemas.microsoft.com/office/drawing/2014/main" id="{DABDCD6E-FCA0-4440-8CDE-82285B5C37B5}"/>
              </a:ext>
            </a:extLst>
          </p:cNvPr>
          <p:cNvSpPr>
            <a:spLocks xmlns:a="http://schemas.openxmlformats.org/drawingml/2006/main" noGrp="1"/>
          </p:cNvSpPr>
          <p:nvPr/>
        </p:nvSpPr>
        <p:spPr>
          <a:xfrm xmlns:a="http://schemas.openxmlformats.org/drawingml/2006/main">
            <a:off x="8858250" y="1990725"/>
            <a:ext cx="1905000" cy="381000"/>
          </a:xfrm>
          <a:prstGeom xmlns:a="http://schemas.openxmlformats.org/drawingml/2006/main" prst="roundRect">
            <a:avLst>
              <a:gd name="adj" fmla="val 20000"/>
            </a:avLst>
          </a:prstGeom>
          <a:solidFill xmlns:a="http://schemas.openxmlformats.org/drawingml/2006/main">
            <a:srgbClr val="E7EEF6"/>
          </a:solidFill>
          <a:ln xmlns:a="http://schemas.openxmlformats.org/drawingml/2006/main" w="12383">
            <a:solidFill>
              <a:srgbClr val="C9D5E3"/>
            </a:solidFill>
          </a:ln>
        </p:spPr>
      </p:sp>
      <p:sp>
        <p:nvSpPr>
          <p:cNvPr id="6" name="المستفيد">
            <a:extLst xmlns:a="http://schemas.openxmlformats.org/drawingml/2006/main">
              <a:ext uri="{FF2B5EF4-FFF2-40B4-BE49-F238E27FC236}">
                <a16:creationId xmlns:a16="http://schemas.microsoft.com/office/drawing/2014/main" id="{7DAF01CF-7948-426B-B854-2FDE4350AD52}"/>
              </a:ext>
            </a:extLst>
          </p:cNvPr>
          <p:cNvSpPr>
            <a:spLocks xmlns:a="http://schemas.openxmlformats.org/drawingml/2006/main" noGrp="1"/>
          </p:cNvSpPr>
          <p:nvPr/>
        </p:nvSpPr>
        <p:spPr>
          <a:xfrm xmlns:a="http://schemas.openxmlformats.org/drawingml/2006/main">
            <a:off x="8953500" y="2018348"/>
            <a:ext cx="1714500"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1350" b="1">
                <a:solidFill>
                  <a:srgbClr val="013070"/>
                </a:solidFill>
                <a:latin typeface="IBM Plex Sans Arabic"/>
                <a:ea typeface="IBM Plex Sans Arabic"/>
                <a:cs typeface="IBM Plex Sans Arabic"/>
              </a:defRPr>
            </a:pPr>
            <a:r>
              <a:rPr sz="1350" b="1">
                <a:solidFill>
                  <a:srgbClr val="013070"/>
                </a:solidFill>
                <a:latin typeface="IBM Plex Sans Arabic"/>
                <a:ea typeface="IBM Plex Sans Arabic"/>
                <a:cs typeface="IBM Plex Sans Arabic"/>
              </a:rPr>
              <a:t>المستفيد</a:t>
            </a:r>
          </a:p>
        </p:txBody>
      </p:sp>
      <p:sp>
        <p:nvSpPr>
          <p:cNvPr id="7" name="الطالب والأسرة">
            <a:extLst xmlns:a="http://schemas.openxmlformats.org/drawingml/2006/main">
              <a:ext uri="{FF2B5EF4-FFF2-40B4-BE49-F238E27FC236}">
                <a16:creationId xmlns:a16="http://schemas.microsoft.com/office/drawing/2014/main" id="{D2882309-DA21-4354-8CB1-4C7B66F14BEC}"/>
              </a:ext>
            </a:extLst>
          </p:cNvPr>
          <p:cNvSpPr>
            <a:spLocks xmlns:a="http://schemas.openxmlformats.org/drawingml/2006/main" noGrp="1"/>
          </p:cNvSpPr>
          <p:nvPr/>
        </p:nvSpPr>
        <p:spPr>
          <a:xfrm xmlns:a="http://schemas.openxmlformats.org/drawingml/2006/main">
            <a:off x="8334375" y="2628900"/>
            <a:ext cx="295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2325" b="1">
                <a:solidFill>
                  <a:srgbClr val="013070"/>
                </a:solidFill>
                <a:latin typeface="IBM Plex Sans Arabic"/>
                <a:ea typeface="IBM Plex Sans Arabic"/>
                <a:cs typeface="IBM Plex Sans Arabic"/>
              </a:defRPr>
            </a:pPr>
            <a:r>
              <a:rPr sz="2325" b="1">
                <a:solidFill>
                  <a:srgbClr val="013070"/>
                </a:solidFill>
                <a:latin typeface="IBM Plex Sans Arabic"/>
                <a:ea typeface="IBM Plex Sans Arabic"/>
                <a:cs typeface="IBM Plex Sans Arabic"/>
              </a:rPr>
              <a:t>الطالب والأسرة</a:t>
            </a:r>
          </a:p>
        </p:txBody>
      </p:sp>
      <p:sp>
        <p:nvSpPr>
          <p:cNvPr id="8" name="رحلة القرار الأساسية&#10;مجانية">
            <a:extLst xmlns:a="http://schemas.openxmlformats.org/drawingml/2006/main">
              <a:ext uri="{FF2B5EF4-FFF2-40B4-BE49-F238E27FC236}">
                <a16:creationId xmlns:a16="http://schemas.microsoft.com/office/drawing/2014/main" id="{385FD548-3E7D-4EB0-A665-06CF6F258B62}"/>
              </a:ext>
            </a:extLst>
          </p:cNvPr>
          <p:cNvSpPr>
            <a:spLocks xmlns:a="http://schemas.openxmlformats.org/drawingml/2006/main" noGrp="1"/>
          </p:cNvSpPr>
          <p:nvPr/>
        </p:nvSpPr>
        <p:spPr>
          <a:xfrm xmlns:a="http://schemas.openxmlformats.org/drawingml/2006/main">
            <a:off x="8382000" y="33337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1875" b="1">
                <a:solidFill>
                  <a:srgbClr val="102C50"/>
                </a:solidFill>
                <a:latin typeface="IBM Plex Sans Arabic"/>
                <a:ea typeface="IBM Plex Sans Arabic"/>
                <a:cs typeface="IBM Plex Sans Arabic"/>
              </a:defRPr>
            </a:pPr>
            <a:r>
              <a:rPr sz="1875" b="1">
                <a:solidFill>
                  <a:srgbClr val="102C50"/>
                </a:solidFill>
                <a:latin typeface="IBM Plex Sans Arabic"/>
                <a:ea typeface="IBM Plex Sans Arabic"/>
                <a:cs typeface="IBM Plex Sans Arabic"/>
              </a:rPr>
              <a:t>رحلة القرار الأساسية</a:t>
            </a:r>
          </a:p>
          <a:p xmlns:a="http://schemas.openxmlformats.org/drawingml/2006/main">
            <a:pPr algn="ctr">
              <a:lnSpc>
                <a:spcPct val="114000"/>
              </a:lnSpc>
              <a:buNone/>
              <a:defRPr sz="1875" b="1">
                <a:solidFill>
                  <a:srgbClr val="102C50"/>
                </a:solidFill>
                <a:latin typeface="IBM Plex Sans Arabic"/>
                <a:ea typeface="IBM Plex Sans Arabic"/>
                <a:cs typeface="IBM Plex Sans Arabic"/>
              </a:defRPr>
            </a:pPr>
            <a:r>
              <a:rPr sz="1875" b="1">
                <a:solidFill>
                  <a:srgbClr val="102C50"/>
                </a:solidFill>
                <a:latin typeface="IBM Plex Sans Arabic"/>
                <a:ea typeface="IBM Plex Sans Arabic"/>
                <a:cs typeface="IBM Plex Sans Arabic"/>
              </a:rPr>
              <a:t>مجانية</a:t>
            </a:r>
          </a:p>
        </p:txBody>
      </p:sp>
      <p:sp>
        <p:nvSpPr>
          <p:cNvPr id="9" name="قرار أوضح بلا تكلفة على الطالب">
            <a:extLst xmlns:a="http://schemas.openxmlformats.org/drawingml/2006/main">
              <a:ext uri="{FF2B5EF4-FFF2-40B4-BE49-F238E27FC236}">
                <a16:creationId xmlns:a16="http://schemas.microsoft.com/office/drawing/2014/main" id="{096E6B45-B987-43AC-B3DC-D70E86E4BE50}"/>
              </a:ext>
            </a:extLst>
          </p:cNvPr>
          <p:cNvSpPr>
            <a:spLocks xmlns:a="http://schemas.openxmlformats.org/drawingml/2006/main" noGrp="1"/>
          </p:cNvSpPr>
          <p:nvPr/>
        </p:nvSpPr>
        <p:spPr>
          <a:xfrm xmlns:a="http://schemas.openxmlformats.org/drawingml/2006/main">
            <a:off x="8372475" y="45529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1425" b="0">
                <a:solidFill>
                  <a:srgbClr val="53657C"/>
                </a:solidFill>
                <a:latin typeface="IBM Plex Sans Arabic"/>
                <a:ea typeface="IBM Plex Sans Arabic"/>
                <a:cs typeface="IBM Plex Sans Arabic"/>
              </a:defRPr>
            </a:pPr>
            <a:r>
              <a:rPr sz="1425" b="0">
                <a:solidFill>
                  <a:srgbClr val="53657C"/>
                </a:solidFill>
                <a:latin typeface="IBM Plex Sans Arabic"/>
                <a:ea typeface="IBM Plex Sans Arabic"/>
                <a:cs typeface="IBM Plex Sans Arabic"/>
              </a:rPr>
              <a:t>قرار أوضح بلا تكلفة على الطالب</a:t>
            </a:r>
          </a:p>
        </p:txBody>
      </p:sp>
      <p:sp>
        <p:nvSpPr>
          <p:cNvPr id="10" name="">
            <a:extLst xmlns:a="http://schemas.openxmlformats.org/drawingml/2006/main">
              <a:ext uri="{FF2B5EF4-FFF2-40B4-BE49-F238E27FC236}">
                <a16:creationId xmlns:a16="http://schemas.microsoft.com/office/drawing/2014/main" id="{ECB01A50-2D2E-4BBF-9C90-9956F43E36D2}"/>
              </a:ext>
            </a:extLst>
          </p:cNvPr>
          <p:cNvSpPr>
            <a:spLocks xmlns:a="http://schemas.openxmlformats.org/drawingml/2006/main" noGrp="1"/>
          </p:cNvSpPr>
          <p:nvPr/>
        </p:nvSpPr>
        <p:spPr>
          <a:xfrm xmlns:a="http://schemas.openxmlformats.org/drawingml/2006/main">
            <a:off x="4333875" y="1781175"/>
            <a:ext cx="3333750" cy="3600450"/>
          </a:xfrm>
          <a:prstGeom xmlns:a="http://schemas.openxmlformats.org/drawingml/2006/main" prst="roundRect">
            <a:avLst>
              <a:gd name="adj" fmla="val 2286"/>
            </a:avLst>
          </a:prstGeom>
          <a:solidFill xmlns:a="http://schemas.openxmlformats.org/drawingml/2006/main">
            <a:srgbClr val="013070"/>
          </a:solidFill>
          <a:ln xmlns:a="http://schemas.openxmlformats.org/drawingml/2006/main" w="12383">
            <a:solidFill>
              <a:srgbClr val="013070"/>
            </a:solidFill>
          </a:ln>
        </p:spPr>
      </p:sp>
      <p:sp>
        <p:nvSpPr>
          <p:cNvPr id="11" name="">
            <a:extLst xmlns:a="http://schemas.openxmlformats.org/drawingml/2006/main">
              <a:ext uri="{FF2B5EF4-FFF2-40B4-BE49-F238E27FC236}">
                <a16:creationId xmlns:a16="http://schemas.microsoft.com/office/drawing/2014/main" id="{C482245E-AA5B-4A94-9E05-100808E0F71F}"/>
              </a:ext>
            </a:extLst>
          </p:cNvPr>
          <p:cNvSpPr>
            <a:spLocks xmlns:a="http://schemas.openxmlformats.org/drawingml/2006/main" noGrp="1"/>
          </p:cNvSpPr>
          <p:nvPr/>
        </p:nvSpPr>
        <p:spPr>
          <a:xfrm xmlns:a="http://schemas.openxmlformats.org/drawingml/2006/main">
            <a:off x="5048250" y="1990725"/>
            <a:ext cx="1905000" cy="381000"/>
          </a:xfrm>
          <a:prstGeom xmlns:a="http://schemas.openxmlformats.org/drawingml/2006/main" prst="roundRect">
            <a:avLst>
              <a:gd name="adj" fmla="val 20000"/>
            </a:avLst>
          </a:prstGeom>
          <a:solidFill xmlns:a="http://schemas.openxmlformats.org/drawingml/2006/main">
            <a:srgbClr val="123D76"/>
          </a:solidFill>
          <a:ln xmlns:a="http://schemas.openxmlformats.org/drawingml/2006/main" w="12383">
            <a:solidFill>
              <a:srgbClr val="58749B"/>
            </a:solidFill>
          </a:ln>
        </p:spPr>
      </p:sp>
      <p:sp>
        <p:nvSpPr>
          <p:cNvPr id="12" name="عميل نختبره">
            <a:extLst xmlns:a="http://schemas.openxmlformats.org/drawingml/2006/main">
              <a:ext uri="{FF2B5EF4-FFF2-40B4-BE49-F238E27FC236}">
                <a16:creationId xmlns:a16="http://schemas.microsoft.com/office/drawing/2014/main" id="{0B16285C-1A16-4EC5-85E5-07AE4341FEB1}"/>
              </a:ext>
            </a:extLst>
          </p:cNvPr>
          <p:cNvSpPr>
            <a:spLocks xmlns:a="http://schemas.openxmlformats.org/drawingml/2006/main" noGrp="1"/>
          </p:cNvSpPr>
          <p:nvPr/>
        </p:nvSpPr>
        <p:spPr>
          <a:xfrm xmlns:a="http://schemas.openxmlformats.org/drawingml/2006/main">
            <a:off x="5143500" y="2018348"/>
            <a:ext cx="1714500"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1350" b="1">
                <a:solidFill>
                  <a:srgbClr val="FFFFFF"/>
                </a:solidFill>
                <a:latin typeface="IBM Plex Sans Arabic"/>
                <a:ea typeface="IBM Plex Sans Arabic"/>
                <a:cs typeface="IBM Plex Sans Arabic"/>
              </a:defRPr>
            </a:pPr>
            <a:r>
              <a:rPr sz="1350" b="1">
                <a:solidFill>
                  <a:srgbClr val="FFFFFF"/>
                </a:solidFill>
                <a:latin typeface="IBM Plex Sans Arabic"/>
                <a:ea typeface="IBM Plex Sans Arabic"/>
                <a:cs typeface="IBM Plex Sans Arabic"/>
              </a:rPr>
              <a:t>عميل نختبره</a:t>
            </a:r>
          </a:p>
        </p:txBody>
      </p:sp>
      <p:sp>
        <p:nvSpPr>
          <p:cNvPr id="13" name="مدرسة أو جامعة">
            <a:extLst xmlns:a="http://schemas.openxmlformats.org/drawingml/2006/main">
              <a:ext uri="{FF2B5EF4-FFF2-40B4-BE49-F238E27FC236}">
                <a16:creationId xmlns:a16="http://schemas.microsoft.com/office/drawing/2014/main" id="{7EE3ADD8-7475-4F45-BB3B-8419699CAEB7}"/>
              </a:ext>
            </a:extLst>
          </p:cNvPr>
          <p:cNvSpPr>
            <a:spLocks xmlns:a="http://schemas.openxmlformats.org/drawingml/2006/main" noGrp="1"/>
          </p:cNvSpPr>
          <p:nvPr/>
        </p:nvSpPr>
        <p:spPr>
          <a:xfrm xmlns:a="http://schemas.openxmlformats.org/drawingml/2006/main">
            <a:off x="4524375" y="2628900"/>
            <a:ext cx="295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2325" b="1">
                <a:solidFill>
                  <a:srgbClr val="FFFFFF"/>
                </a:solidFill>
                <a:latin typeface="IBM Plex Sans Arabic"/>
                <a:ea typeface="IBM Plex Sans Arabic"/>
                <a:cs typeface="IBM Plex Sans Arabic"/>
              </a:defRPr>
            </a:pPr>
            <a:r>
              <a:rPr sz="2325" b="1">
                <a:solidFill>
                  <a:srgbClr val="FFFFFF"/>
                </a:solidFill>
                <a:latin typeface="IBM Plex Sans Arabic"/>
                <a:ea typeface="IBM Plex Sans Arabic"/>
                <a:cs typeface="IBM Plex Sans Arabic"/>
              </a:rPr>
              <a:t>مدرسة أو جامعة</a:t>
            </a:r>
          </a:p>
        </p:txBody>
      </p:sp>
      <p:sp>
        <p:nvSpPr>
          <p:cNvPr id="14" name="عرض مؤسسي مقترح&#10;أدوات + تقارير + دعم">
            <a:extLst xmlns:a="http://schemas.openxmlformats.org/drawingml/2006/main">
              <a:ext uri="{FF2B5EF4-FFF2-40B4-BE49-F238E27FC236}">
                <a16:creationId xmlns:a16="http://schemas.microsoft.com/office/drawing/2014/main" id="{D700A4ED-A302-454A-92B9-9FEF09E137AE}"/>
              </a:ext>
            </a:extLst>
          </p:cNvPr>
          <p:cNvSpPr>
            <a:spLocks xmlns:a="http://schemas.openxmlformats.org/drawingml/2006/main" noGrp="1"/>
          </p:cNvSpPr>
          <p:nvPr/>
        </p:nvSpPr>
        <p:spPr>
          <a:xfrm xmlns:a="http://schemas.openxmlformats.org/drawingml/2006/main">
            <a:off x="4572000" y="33337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1875" b="1">
                <a:solidFill>
                  <a:srgbClr val="D1DEED"/>
                </a:solidFill>
                <a:latin typeface="IBM Plex Sans Arabic"/>
                <a:ea typeface="IBM Plex Sans Arabic"/>
                <a:cs typeface="IBM Plex Sans Arabic"/>
              </a:defRPr>
            </a:pPr>
            <a:r>
              <a:rPr sz="1875" b="1">
                <a:solidFill>
                  <a:srgbClr val="D1DEED"/>
                </a:solidFill>
                <a:latin typeface="IBM Plex Sans Arabic"/>
                <a:ea typeface="IBM Plex Sans Arabic"/>
                <a:cs typeface="IBM Plex Sans Arabic"/>
              </a:rPr>
              <a:t>عرض مؤسسي مقترح</a:t>
            </a:r>
          </a:p>
          <a:p xmlns:a="http://schemas.openxmlformats.org/drawingml/2006/main">
            <a:pPr algn="ctr">
              <a:lnSpc>
                <a:spcPct val="114000"/>
              </a:lnSpc>
              <a:buNone/>
              <a:defRPr sz="1875" b="1">
                <a:solidFill>
                  <a:srgbClr val="D1DEED"/>
                </a:solidFill>
                <a:latin typeface="IBM Plex Sans Arabic"/>
                <a:ea typeface="IBM Plex Sans Arabic"/>
                <a:cs typeface="IBM Plex Sans Arabic"/>
              </a:defRPr>
            </a:pPr>
            <a:r>
              <a:rPr sz="1875" b="1">
                <a:solidFill>
                  <a:srgbClr val="D1DEED"/>
                </a:solidFill>
                <a:latin typeface="IBM Plex Sans Arabic"/>
                <a:ea typeface="IBM Plex Sans Arabic"/>
                <a:cs typeface="IBM Plex Sans Arabic"/>
              </a:rPr>
              <a:t>أدوات + تقارير + دعم</a:t>
            </a:r>
          </a:p>
        </p:txBody>
      </p:sp>
      <p:sp>
        <p:nvSpPr>
          <p:cNvPr id="15" name="نختبر استعداد الدفع في التجربة">
            <a:extLst xmlns:a="http://schemas.openxmlformats.org/drawingml/2006/main">
              <a:ext uri="{FF2B5EF4-FFF2-40B4-BE49-F238E27FC236}">
                <a16:creationId xmlns:a16="http://schemas.microsoft.com/office/drawing/2014/main" id="{F3CE4818-41CF-4970-8EBD-9816D7632C13}"/>
              </a:ext>
            </a:extLst>
          </p:cNvPr>
          <p:cNvSpPr>
            <a:spLocks xmlns:a="http://schemas.openxmlformats.org/drawingml/2006/main" noGrp="1"/>
          </p:cNvSpPr>
          <p:nvPr/>
        </p:nvSpPr>
        <p:spPr>
          <a:xfrm xmlns:a="http://schemas.openxmlformats.org/drawingml/2006/main">
            <a:off x="4562475" y="45529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1425" b="0">
                <a:solidFill>
                  <a:srgbClr val="D1DEED"/>
                </a:solidFill>
                <a:latin typeface="IBM Plex Sans Arabic"/>
                <a:ea typeface="IBM Plex Sans Arabic"/>
                <a:cs typeface="IBM Plex Sans Arabic"/>
              </a:defRPr>
            </a:pPr>
            <a:r>
              <a:rPr sz="1425" b="0">
                <a:solidFill>
                  <a:srgbClr val="D1DEED"/>
                </a:solidFill>
                <a:latin typeface="IBM Plex Sans Arabic"/>
                <a:ea typeface="IBM Plex Sans Arabic"/>
                <a:cs typeface="IBM Plex Sans Arabic"/>
              </a:rPr>
              <a:t>نختبر استعداد الدفع في التجربة</a:t>
            </a:r>
          </a:p>
        </p:txBody>
      </p:sp>
      <p:sp>
        <p:nvSpPr>
          <p:cNvPr id="16" name="">
            <a:extLst xmlns:a="http://schemas.openxmlformats.org/drawingml/2006/main">
              <a:ext uri="{FF2B5EF4-FFF2-40B4-BE49-F238E27FC236}">
                <a16:creationId xmlns:a16="http://schemas.microsoft.com/office/drawing/2014/main" id="{1FB55F6C-FA60-45BE-A094-30399A8468FF}"/>
              </a:ext>
            </a:extLst>
          </p:cNvPr>
          <p:cNvSpPr>
            <a:spLocks xmlns:a="http://schemas.openxmlformats.org/drawingml/2006/main" noGrp="1"/>
          </p:cNvSpPr>
          <p:nvPr/>
        </p:nvSpPr>
        <p:spPr>
          <a:xfrm xmlns:a="http://schemas.openxmlformats.org/drawingml/2006/main">
            <a:off x="523875" y="1781175"/>
            <a:ext cx="3333750" cy="3600450"/>
          </a:xfrm>
          <a:prstGeom xmlns:a="http://schemas.openxmlformats.org/drawingml/2006/main" prst="roundRect">
            <a:avLst>
              <a:gd name="adj" fmla="val 2286"/>
            </a:avLst>
          </a:prstGeom>
          <a:solidFill xmlns:a="http://schemas.openxmlformats.org/drawingml/2006/main">
            <a:srgbClr val="FFFFFF"/>
          </a:solidFill>
          <a:ln xmlns:a="http://schemas.openxmlformats.org/drawingml/2006/main" w="12383">
            <a:solidFill>
              <a:srgbClr val="D4DEE9"/>
            </a:solidFill>
          </a:ln>
        </p:spPr>
      </p:sp>
      <p:sp>
        <p:nvSpPr>
          <p:cNvPr id="17" name="">
            <a:extLst xmlns:a="http://schemas.openxmlformats.org/drawingml/2006/main">
              <a:ext uri="{FF2B5EF4-FFF2-40B4-BE49-F238E27FC236}">
                <a16:creationId xmlns:a16="http://schemas.microsoft.com/office/drawing/2014/main" id="{33437691-C5C5-4056-8938-991B11855EC4}"/>
              </a:ext>
            </a:extLst>
          </p:cNvPr>
          <p:cNvSpPr>
            <a:spLocks xmlns:a="http://schemas.openxmlformats.org/drawingml/2006/main" noGrp="1"/>
          </p:cNvSpPr>
          <p:nvPr/>
        </p:nvSpPr>
        <p:spPr>
          <a:xfrm xmlns:a="http://schemas.openxmlformats.org/drawingml/2006/main">
            <a:off x="1238250" y="1990725"/>
            <a:ext cx="1905000" cy="381000"/>
          </a:xfrm>
          <a:prstGeom xmlns:a="http://schemas.openxmlformats.org/drawingml/2006/main" prst="roundRect">
            <a:avLst>
              <a:gd name="adj" fmla="val 20000"/>
            </a:avLst>
          </a:prstGeom>
          <a:solidFill xmlns:a="http://schemas.openxmlformats.org/drawingml/2006/main">
            <a:srgbClr val="E7EEF6"/>
          </a:solidFill>
          <a:ln xmlns:a="http://schemas.openxmlformats.org/drawingml/2006/main" w="12383">
            <a:solidFill>
              <a:srgbClr val="C9D5E3"/>
            </a:solidFill>
          </a:ln>
        </p:spPr>
      </p:sp>
      <p:sp>
        <p:nvSpPr>
          <p:cNvPr id="18" name="شريك تمكين مستهدف">
            <a:extLst xmlns:a="http://schemas.openxmlformats.org/drawingml/2006/main">
              <a:ext uri="{FF2B5EF4-FFF2-40B4-BE49-F238E27FC236}">
                <a16:creationId xmlns:a16="http://schemas.microsoft.com/office/drawing/2014/main" id="{76E1AB3E-2607-4080-A920-CDBAE73B1915}"/>
              </a:ext>
            </a:extLst>
          </p:cNvPr>
          <p:cNvSpPr>
            <a:spLocks xmlns:a="http://schemas.openxmlformats.org/drawingml/2006/main" noGrp="1"/>
          </p:cNvSpPr>
          <p:nvPr/>
        </p:nvSpPr>
        <p:spPr>
          <a:xfrm xmlns:a="http://schemas.openxmlformats.org/drawingml/2006/main">
            <a:off x="1333500" y="2018348"/>
            <a:ext cx="1714500"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1350" b="1">
                <a:solidFill>
                  <a:srgbClr val="013070"/>
                </a:solidFill>
                <a:latin typeface="IBM Plex Sans Arabic"/>
                <a:ea typeface="IBM Plex Sans Arabic"/>
                <a:cs typeface="IBM Plex Sans Arabic"/>
              </a:defRPr>
            </a:pPr>
            <a:r>
              <a:rPr sz="1350" b="1">
                <a:solidFill>
                  <a:srgbClr val="013070"/>
                </a:solidFill>
                <a:latin typeface="IBM Plex Sans Arabic"/>
                <a:ea typeface="IBM Plex Sans Arabic"/>
                <a:cs typeface="IBM Plex Sans Arabic"/>
              </a:rPr>
              <a:t>شريك تمكين مستهدف</a:t>
            </a:r>
          </a:p>
        </p:txBody>
      </p:sp>
      <p:sp>
        <p:nvSpPr>
          <p:cNvPr id="19" name="جهة تعليمية عامة">
            <a:extLst xmlns:a="http://schemas.openxmlformats.org/drawingml/2006/main">
              <a:ext uri="{FF2B5EF4-FFF2-40B4-BE49-F238E27FC236}">
                <a16:creationId xmlns:a16="http://schemas.microsoft.com/office/drawing/2014/main" id="{80631BAD-9AE8-493D-A03A-C5235358520B}"/>
              </a:ext>
            </a:extLst>
          </p:cNvPr>
          <p:cNvSpPr>
            <a:spLocks xmlns:a="http://schemas.openxmlformats.org/drawingml/2006/main" noGrp="1"/>
          </p:cNvSpPr>
          <p:nvPr/>
        </p:nvSpPr>
        <p:spPr>
          <a:xfrm xmlns:a="http://schemas.openxmlformats.org/drawingml/2006/main">
            <a:off x="714375" y="2628900"/>
            <a:ext cx="295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2325" b="1">
                <a:solidFill>
                  <a:srgbClr val="013070"/>
                </a:solidFill>
                <a:latin typeface="IBM Plex Sans Arabic"/>
                <a:ea typeface="IBM Plex Sans Arabic"/>
                <a:cs typeface="IBM Plex Sans Arabic"/>
              </a:defRPr>
            </a:pPr>
            <a:r>
              <a:rPr sz="2325" b="1">
                <a:solidFill>
                  <a:srgbClr val="013070"/>
                </a:solidFill>
                <a:latin typeface="IBM Plex Sans Arabic"/>
                <a:ea typeface="IBM Plex Sans Arabic"/>
                <a:cs typeface="IBM Plex Sans Arabic"/>
              </a:rPr>
              <a:t>جهة تعليمية عامة</a:t>
            </a:r>
          </a:p>
        </p:txBody>
      </p:sp>
      <p:sp>
        <p:nvSpPr>
          <p:cNvPr id="20" name="وصول للبيانات والمدارس&#10;وقياس أثر أوسع">
            <a:extLst xmlns:a="http://schemas.openxmlformats.org/drawingml/2006/main">
              <a:ext uri="{FF2B5EF4-FFF2-40B4-BE49-F238E27FC236}">
                <a16:creationId xmlns:a16="http://schemas.microsoft.com/office/drawing/2014/main" id="{EED7940E-23D6-4A13-891E-B6214DA9135C}"/>
              </a:ext>
            </a:extLst>
          </p:cNvPr>
          <p:cNvSpPr>
            <a:spLocks xmlns:a="http://schemas.openxmlformats.org/drawingml/2006/main" noGrp="1"/>
          </p:cNvSpPr>
          <p:nvPr/>
        </p:nvSpPr>
        <p:spPr>
          <a:xfrm xmlns:a="http://schemas.openxmlformats.org/drawingml/2006/main">
            <a:off x="762000" y="333375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1875" b="1">
                <a:solidFill>
                  <a:srgbClr val="102C50"/>
                </a:solidFill>
                <a:latin typeface="IBM Plex Sans Arabic"/>
                <a:ea typeface="IBM Plex Sans Arabic"/>
                <a:cs typeface="IBM Plex Sans Arabic"/>
              </a:defRPr>
            </a:pPr>
            <a:r>
              <a:rPr sz="1875" b="1">
                <a:solidFill>
                  <a:srgbClr val="102C50"/>
                </a:solidFill>
                <a:latin typeface="IBM Plex Sans Arabic"/>
                <a:ea typeface="IBM Plex Sans Arabic"/>
                <a:cs typeface="IBM Plex Sans Arabic"/>
              </a:rPr>
              <a:t>وصول للبيانات والمدارس</a:t>
            </a:r>
          </a:p>
          <a:p xmlns:a="http://schemas.openxmlformats.org/drawingml/2006/main">
            <a:pPr algn="ctr">
              <a:lnSpc>
                <a:spcPct val="114000"/>
              </a:lnSpc>
              <a:buNone/>
              <a:defRPr sz="1875" b="1">
                <a:solidFill>
                  <a:srgbClr val="102C50"/>
                </a:solidFill>
                <a:latin typeface="IBM Plex Sans Arabic"/>
                <a:ea typeface="IBM Plex Sans Arabic"/>
                <a:cs typeface="IBM Plex Sans Arabic"/>
              </a:defRPr>
            </a:pPr>
            <a:r>
              <a:rPr sz="1875" b="1">
                <a:solidFill>
                  <a:srgbClr val="102C50"/>
                </a:solidFill>
                <a:latin typeface="IBM Plex Sans Arabic"/>
                <a:ea typeface="IBM Plex Sans Arabic"/>
                <a:cs typeface="IBM Plex Sans Arabic"/>
              </a:rPr>
              <a:t>وقياس أثر أوسع</a:t>
            </a:r>
          </a:p>
        </p:txBody>
      </p:sp>
      <p:sp>
        <p:nvSpPr>
          <p:cNvPr id="21" name="خدمة وطنية مبنية على دليل">
            <a:extLst xmlns:a="http://schemas.openxmlformats.org/drawingml/2006/main">
              <a:ext uri="{FF2B5EF4-FFF2-40B4-BE49-F238E27FC236}">
                <a16:creationId xmlns:a16="http://schemas.microsoft.com/office/drawing/2014/main" id="{B037C93A-EFD3-4C46-AFED-069F034ABEC6}"/>
              </a:ext>
            </a:extLst>
          </p:cNvPr>
          <p:cNvSpPr>
            <a:spLocks xmlns:a="http://schemas.openxmlformats.org/drawingml/2006/main" noGrp="1"/>
          </p:cNvSpPr>
          <p:nvPr/>
        </p:nvSpPr>
        <p:spPr>
          <a:xfrm xmlns:a="http://schemas.openxmlformats.org/drawingml/2006/main">
            <a:off x="752475" y="45529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1425" b="0">
                <a:solidFill>
                  <a:srgbClr val="53657C"/>
                </a:solidFill>
                <a:latin typeface="IBM Plex Sans Arabic"/>
                <a:ea typeface="IBM Plex Sans Arabic"/>
                <a:cs typeface="IBM Plex Sans Arabic"/>
              </a:defRPr>
            </a:pPr>
            <a:r>
              <a:rPr sz="1425" b="0">
                <a:solidFill>
                  <a:srgbClr val="53657C"/>
                </a:solidFill>
                <a:latin typeface="IBM Plex Sans Arabic"/>
                <a:ea typeface="IBM Plex Sans Arabic"/>
                <a:cs typeface="IBM Plex Sans Arabic"/>
              </a:rPr>
              <a:t>خدمة وطنية مبنية على دليل</a:t>
            </a:r>
          </a:p>
        </p:txBody>
      </p:sp>
      <p:sp>
        <p:nvSpPr>
          <p:cNvPr id="22" name="">
            <a:extLst xmlns:a="http://schemas.openxmlformats.org/drawingml/2006/main">
              <a:ext uri="{FF2B5EF4-FFF2-40B4-BE49-F238E27FC236}">
                <a16:creationId xmlns:a16="http://schemas.microsoft.com/office/drawing/2014/main" id="{17C77484-A85E-4F34-BA14-FABE8223254E}"/>
              </a:ext>
            </a:extLst>
          </p:cNvPr>
          <p:cNvSpPr>
            <a:spLocks xmlns:a="http://schemas.openxmlformats.org/drawingml/2006/main" noGrp="1"/>
          </p:cNvSpPr>
          <p:nvPr/>
        </p:nvSpPr>
        <p:spPr>
          <a:xfrm xmlns:a="http://schemas.openxmlformats.org/drawingml/2006/main">
            <a:off x="1381125" y="5657850"/>
            <a:ext cx="10096500" cy="552450"/>
          </a:xfrm>
          <a:prstGeom xmlns:a="http://schemas.openxmlformats.org/drawingml/2006/main" prst="roundRect">
            <a:avLst>
              <a:gd name="adj" fmla="val 13793"/>
            </a:avLst>
          </a:prstGeom>
          <a:solidFill xmlns:a="http://schemas.openxmlformats.org/drawingml/2006/main">
            <a:srgbClr val="013070"/>
          </a:solidFill>
          <a:ln xmlns:a="http://schemas.openxmlformats.org/drawingml/2006/main" w="12383">
            <a:solidFill>
              <a:srgbClr val="013070"/>
            </a:solidFill>
          </a:ln>
        </p:spPr>
      </p:sp>
      <p:sp>
        <p:nvSpPr>
          <p:cNvPr id="23" name="المستفيد يستخدم  ←  نختبر دفع المؤسسة  ←  الج">
            <a:extLst xmlns:a="http://schemas.openxmlformats.org/drawingml/2006/main">
              <a:ext uri="{FF2B5EF4-FFF2-40B4-BE49-F238E27FC236}">
                <a16:creationId xmlns:a16="http://schemas.microsoft.com/office/drawing/2014/main" id="{22337B7A-DF1A-462C-A577-9674EED50E07}"/>
              </a:ext>
            </a:extLst>
          </p:cNvPr>
          <p:cNvSpPr>
            <a:spLocks xmlns:a="http://schemas.openxmlformats.org/drawingml/2006/main" noGrp="1"/>
          </p:cNvSpPr>
          <p:nvPr/>
        </p:nvSpPr>
        <p:spPr>
          <a:xfrm xmlns:a="http://schemas.openxmlformats.org/drawingml/2006/main">
            <a:off x="1571625" y="5724525"/>
            <a:ext cx="971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1800" b="1">
                <a:solidFill>
                  <a:srgbClr val="FFFFFF"/>
                </a:solidFill>
                <a:latin typeface="IBM Plex Sans Arabic"/>
                <a:ea typeface="IBM Plex Sans Arabic"/>
                <a:cs typeface="IBM Plex Sans Arabic"/>
              </a:defRPr>
            </a:pPr>
            <a:r>
              <a:rPr sz="1800" b="1">
                <a:solidFill>
                  <a:srgbClr val="FFFFFF"/>
                </a:solidFill>
                <a:latin typeface="IBM Plex Sans Arabic"/>
                <a:ea typeface="IBM Plex Sans Arabic"/>
                <a:cs typeface="IBM Plex Sans Arabic"/>
              </a:rPr>
              <a:t>المستفيد يستخدم  ←  نختبر دفع المؤسسة  ←  الجهة العامة تمكّن التوسع</a:t>
            </a:r>
          </a:p>
        </p:txBody>
      </p:sp>
    </p:spTree>
    <p:extLst>
      <p:ext uri="{BB962C8B-B14F-4D97-AF65-F5344CB8AC3E}">
        <p14:creationId xmlns:p14="http://schemas.microsoft.com/office/powerpoint/2010/main" val="1775219835"/>
      </p:ext>
    </p:extLst>
  </p:cSld>
</p:sld>
</file>

<file path=ppt/slides/slide8.xml><?xml version="1.0" encoding="utf-8"?>
<p:sld xmlns:p="http://schemas.openxmlformats.org/presentationml/2006/main">
  <p:cSld>
    <p:bg>
      <p:bgPr>
        <a:solidFill xmlns:a="http://schemas.openxmlformats.org/drawingml/2006/main">
          <a:srgbClr val="011F4D"/>
        </a:solidFill>
      </p:bgPr>
    </p:bg>
    <p:spTree>
      <p:nvGrpSpPr>
        <p:cNvPr id="1" name=""/>
        <p:cNvGrpSpPr/>
        <p:nvPr/>
      </p:nvGrpSpPr>
      <p:grpSpPr>
        <a:xfrm xmlns:a="http://schemas.openxmlformats.org/drawingml/2006/main"/>
      </p:grpSpPr>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52db309cdcdb42e2"/>
          <a:stretch xmlns:a="http://schemas.openxmlformats.org/drawingml/2006/main"/>
        </p:blipFill>
        <p:spPr>
          <a:xfrm xmlns:a="http://schemas.openxmlformats.org/drawingml/2006/main">
            <a:off x="11125200" y="400050"/>
            <a:ext cx="552450" cy="552450"/>
          </a:xfrm>
          <a:prstGeom xmlns:a="http://schemas.openxmlformats.org/drawingml/2006/main" prst="rect">
            <a:avLst/>
          </a:prstGeom>
        </p:spPr>
      </p:pic>
      <p:sp>
        <p:nvSpPr>
          <p:cNvPr id="2" name="نموذج العمل ومصادر الإيراد">
            <a:extLst xmlns:a="http://schemas.openxmlformats.org/drawingml/2006/main">
              <a:ext uri="{FF2B5EF4-FFF2-40B4-BE49-F238E27FC236}">
                <a16:creationId xmlns:a16="http://schemas.microsoft.com/office/drawing/2014/main" id="{9294C02F-907C-4538-B15C-0EEE085B5619}"/>
              </a:ext>
            </a:extLst>
          </p:cNvPr>
          <p:cNvSpPr>
            <a:spLocks xmlns:a="http://schemas.openxmlformats.org/drawingml/2006/main" noGrp="1"/>
          </p:cNvSpPr>
          <p:nvPr/>
        </p:nvSpPr>
        <p:spPr>
          <a:xfrm xmlns:a="http://schemas.openxmlformats.org/drawingml/2006/main">
            <a:off x="571500" y="476250"/>
            <a:ext cx="1028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14000"/>
              </a:lnSpc>
              <a:buNone/>
              <a:defRPr sz="3300" b="1">
                <a:solidFill>
                  <a:srgbClr val="FFFFFF"/>
                </a:solidFill>
                <a:latin typeface="IBM Plex Sans Arabic"/>
                <a:ea typeface="IBM Plex Sans Arabic"/>
                <a:cs typeface="IBM Plex Sans Arabic"/>
              </a:defRPr>
            </a:pPr>
            <a:r>
              <a:rPr sz="3300" b="1">
                <a:solidFill>
                  <a:srgbClr val="FFFFFF"/>
                </a:solidFill>
                <a:latin typeface="IBM Plex Sans Arabic"/>
                <a:ea typeface="IBM Plex Sans Arabic"/>
                <a:cs typeface="IBM Plex Sans Arabic"/>
              </a:rPr>
              <a:t>نموذج العمل ومصادر الإيراد</a:t>
            </a:r>
          </a:p>
        </p:txBody>
      </p:sp>
      <p:sp>
        <p:nvSpPr>
          <p:cNvPr id="3" name="08">
            <a:extLst xmlns:a="http://schemas.openxmlformats.org/drawingml/2006/main">
              <a:ext uri="{FF2B5EF4-FFF2-40B4-BE49-F238E27FC236}">
                <a16:creationId xmlns:a16="http://schemas.microsoft.com/office/drawing/2014/main" id="{7A9B77F8-0E85-45D8-9421-AE995F41F9BD}"/>
              </a:ext>
            </a:extLst>
          </p:cNvPr>
          <p:cNvSpPr>
            <a:spLocks xmlns:a="http://schemas.openxmlformats.org/drawingml/2006/main" noGrp="1"/>
          </p:cNvSpPr>
          <p:nvPr/>
        </p:nvSpPr>
        <p:spPr>
          <a:xfrm xmlns:a="http://schemas.openxmlformats.org/drawingml/2006/main">
            <a:off x="571500" y="6376035"/>
            <a:ext cx="619125"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14000"/>
              </a:lnSpc>
              <a:buNone/>
              <a:defRPr sz="1350" b="0">
                <a:solidFill>
                  <a:srgbClr val="D1DEED"/>
                </a:solidFill>
                <a:latin typeface="IBM Plex Sans Arabic"/>
                <a:ea typeface="IBM Plex Sans Arabic"/>
                <a:cs typeface="IBM Plex Sans Arabic"/>
              </a:defRPr>
            </a:pPr>
            <a:r>
              <a:rPr sz="1350" b="0">
                <a:solidFill>
                  <a:srgbClr val="D1DEED"/>
                </a:solidFill>
                <a:latin typeface="IBM Plex Sans Arabic"/>
                <a:ea typeface="IBM Plex Sans Arabic"/>
                <a:cs typeface="IBM Plex Sans Arabic"/>
              </a:rPr>
              <a:t>08</a:t>
            </a:r>
          </a:p>
        </p:txBody>
      </p:sp>
      <p:sp>
        <p:nvSpPr>
          <p:cNvPr id="4" name="">
            <a:extLst xmlns:a="http://schemas.openxmlformats.org/drawingml/2006/main">
              <a:ext uri="{FF2B5EF4-FFF2-40B4-BE49-F238E27FC236}">
                <a16:creationId xmlns:a16="http://schemas.microsoft.com/office/drawing/2014/main" id="{359E088B-11A1-4228-B54B-56934CB9B2EE}"/>
              </a:ext>
            </a:extLst>
          </p:cNvPr>
          <p:cNvSpPr>
            <a:spLocks xmlns:a="http://schemas.openxmlformats.org/drawingml/2006/main" noGrp="1"/>
          </p:cNvSpPr>
          <p:nvPr/>
        </p:nvSpPr>
        <p:spPr>
          <a:xfrm xmlns:a="http://schemas.openxmlformats.org/drawingml/2006/main">
            <a:off x="8143875" y="1724025"/>
            <a:ext cx="3333750" cy="3009900"/>
          </a:xfrm>
          <a:prstGeom xmlns:a="http://schemas.openxmlformats.org/drawingml/2006/main" prst="roundRect">
            <a:avLst>
              <a:gd name="adj" fmla="val 2532"/>
            </a:avLst>
          </a:prstGeom>
          <a:solidFill xmlns:a="http://schemas.openxmlformats.org/drawingml/2006/main">
            <a:srgbClr val="FFFFFF"/>
          </a:solidFill>
          <a:ln xmlns:a="http://schemas.openxmlformats.org/drawingml/2006/main" w="12383">
            <a:solidFill>
              <a:srgbClr val="58749B"/>
            </a:solidFill>
          </a:ln>
        </p:spPr>
      </p:sp>
      <p:sp>
        <p:nvSpPr>
          <p:cNvPr id="5" name="">
            <a:extLst xmlns:a="http://schemas.openxmlformats.org/drawingml/2006/main">
              <a:ext uri="{FF2B5EF4-FFF2-40B4-BE49-F238E27FC236}">
                <a16:creationId xmlns:a16="http://schemas.microsoft.com/office/drawing/2014/main" id="{688E03FE-08AE-45AA-A002-D2ACB8A9F608}"/>
              </a:ext>
            </a:extLst>
          </p:cNvPr>
          <p:cNvSpPr>
            <a:spLocks xmlns:a="http://schemas.openxmlformats.org/drawingml/2006/main" noGrp="1"/>
          </p:cNvSpPr>
          <p:nvPr/>
        </p:nvSpPr>
        <p:spPr>
          <a:xfrm xmlns:a="http://schemas.openxmlformats.org/drawingml/2006/main">
            <a:off x="8667750" y="1943100"/>
            <a:ext cx="2286000" cy="381000"/>
          </a:xfrm>
          <a:prstGeom xmlns:a="http://schemas.openxmlformats.org/drawingml/2006/main" prst="roundRect">
            <a:avLst>
              <a:gd name="adj" fmla="val 20000"/>
            </a:avLst>
          </a:prstGeom>
          <a:solidFill xmlns:a="http://schemas.openxmlformats.org/drawingml/2006/main">
            <a:srgbClr val="E7EEF6"/>
          </a:solidFill>
          <a:ln xmlns:a="http://schemas.openxmlformats.org/drawingml/2006/main" w="12383">
            <a:solidFill>
              <a:srgbClr val="C9D5E3"/>
            </a:solidFill>
          </a:ln>
        </p:spPr>
      </p:sp>
      <p:sp>
        <p:nvSpPr>
          <p:cNvPr id="6" name="الطالب والأسرة">
            <a:extLst xmlns:a="http://schemas.openxmlformats.org/drawingml/2006/main">
              <a:ext uri="{FF2B5EF4-FFF2-40B4-BE49-F238E27FC236}">
                <a16:creationId xmlns:a16="http://schemas.microsoft.com/office/drawing/2014/main" id="{9EB136AF-433A-4B27-B9FA-F991CA9AB0C3}"/>
              </a:ext>
            </a:extLst>
          </p:cNvPr>
          <p:cNvSpPr>
            <a:spLocks xmlns:a="http://schemas.openxmlformats.org/drawingml/2006/main" noGrp="1"/>
          </p:cNvSpPr>
          <p:nvPr/>
        </p:nvSpPr>
        <p:spPr>
          <a:xfrm xmlns:a="http://schemas.openxmlformats.org/drawingml/2006/main">
            <a:off x="8763000" y="1970723"/>
            <a:ext cx="2095500"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1350" b="1">
                <a:solidFill>
                  <a:srgbClr val="013070"/>
                </a:solidFill>
                <a:latin typeface="IBM Plex Sans Arabic"/>
                <a:ea typeface="IBM Plex Sans Arabic"/>
                <a:cs typeface="IBM Plex Sans Arabic"/>
              </a:defRPr>
            </a:pPr>
            <a:r>
              <a:rPr sz="1350" b="1">
                <a:solidFill>
                  <a:srgbClr val="013070"/>
                </a:solidFill>
                <a:latin typeface="IBM Plex Sans Arabic"/>
                <a:ea typeface="IBM Plex Sans Arabic"/>
                <a:cs typeface="IBM Plex Sans Arabic"/>
              </a:rPr>
              <a:t>الطالب والأسرة</a:t>
            </a:r>
          </a:p>
        </p:txBody>
      </p:sp>
      <p:sp>
        <p:nvSpPr>
          <p:cNvPr id="7" name="مجاني">
            <a:extLst xmlns:a="http://schemas.openxmlformats.org/drawingml/2006/main">
              <a:ext uri="{FF2B5EF4-FFF2-40B4-BE49-F238E27FC236}">
                <a16:creationId xmlns:a16="http://schemas.microsoft.com/office/drawing/2014/main" id="{540D2554-E348-417D-8B6E-0943026170A2}"/>
              </a:ext>
            </a:extLst>
          </p:cNvPr>
          <p:cNvSpPr>
            <a:spLocks xmlns:a="http://schemas.openxmlformats.org/drawingml/2006/main" noGrp="1"/>
          </p:cNvSpPr>
          <p:nvPr/>
        </p:nvSpPr>
        <p:spPr>
          <a:xfrm xmlns:a="http://schemas.openxmlformats.org/drawingml/2006/main">
            <a:off x="8334375" y="2514600"/>
            <a:ext cx="295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3225" b="1">
                <a:solidFill>
                  <a:srgbClr val="013070"/>
                </a:solidFill>
                <a:latin typeface="IBM Plex Sans Arabic"/>
                <a:ea typeface="IBM Plex Sans Arabic"/>
                <a:cs typeface="IBM Plex Sans Arabic"/>
              </a:defRPr>
            </a:pPr>
            <a:r>
              <a:rPr sz="3225" b="1">
                <a:solidFill>
                  <a:srgbClr val="013070"/>
                </a:solidFill>
                <a:latin typeface="IBM Plex Sans Arabic"/>
                <a:ea typeface="IBM Plex Sans Arabic"/>
                <a:cs typeface="IBM Plex Sans Arabic"/>
              </a:rPr>
              <a:t>مجاني</a:t>
            </a:r>
          </a:p>
        </p:txBody>
      </p:sp>
      <p:sp>
        <p:nvSpPr>
          <p:cNvPr id="8" name="رحلة القرار الأساسية">
            <a:extLst xmlns:a="http://schemas.openxmlformats.org/drawingml/2006/main">
              <a:ext uri="{FF2B5EF4-FFF2-40B4-BE49-F238E27FC236}">
                <a16:creationId xmlns:a16="http://schemas.microsoft.com/office/drawing/2014/main" id="{67EB86AD-DB58-4A27-A4E8-C060FB3BE5EC}"/>
              </a:ext>
            </a:extLst>
          </p:cNvPr>
          <p:cNvSpPr>
            <a:spLocks xmlns:a="http://schemas.openxmlformats.org/drawingml/2006/main" noGrp="1"/>
          </p:cNvSpPr>
          <p:nvPr/>
        </p:nvSpPr>
        <p:spPr>
          <a:xfrm xmlns:a="http://schemas.openxmlformats.org/drawingml/2006/main">
            <a:off x="8382000" y="3381375"/>
            <a:ext cx="285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1800" b="1">
                <a:solidFill>
                  <a:srgbClr val="102C50"/>
                </a:solidFill>
                <a:latin typeface="IBM Plex Sans Arabic"/>
                <a:ea typeface="IBM Plex Sans Arabic"/>
                <a:cs typeface="IBM Plex Sans Arabic"/>
              </a:defRPr>
            </a:pPr>
            <a:r>
              <a:rPr sz="1800" b="1">
                <a:solidFill>
                  <a:srgbClr val="102C50"/>
                </a:solidFill>
                <a:latin typeface="IBM Plex Sans Arabic"/>
                <a:ea typeface="IBM Plex Sans Arabic"/>
                <a:cs typeface="IBM Plex Sans Arabic"/>
              </a:rPr>
              <a:t>رحلة القرار الأساسية</a:t>
            </a:r>
          </a:p>
        </p:txBody>
      </p:sp>
      <p:sp>
        <p:nvSpPr>
          <p:cNvPr id="9" name="بلا تكلفة على المستفيد">
            <a:extLst xmlns:a="http://schemas.openxmlformats.org/drawingml/2006/main">
              <a:ext uri="{FF2B5EF4-FFF2-40B4-BE49-F238E27FC236}">
                <a16:creationId xmlns:a16="http://schemas.microsoft.com/office/drawing/2014/main" id="{61CFD3BE-F9F9-405D-BF07-699B792EAAA5}"/>
              </a:ext>
            </a:extLst>
          </p:cNvPr>
          <p:cNvSpPr>
            <a:spLocks xmlns:a="http://schemas.openxmlformats.org/drawingml/2006/main" noGrp="1"/>
          </p:cNvSpPr>
          <p:nvPr/>
        </p:nvSpPr>
        <p:spPr>
          <a:xfrm xmlns:a="http://schemas.openxmlformats.org/drawingml/2006/main">
            <a:off x="8382000" y="4010025"/>
            <a:ext cx="285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1500" b="0">
                <a:solidFill>
                  <a:srgbClr val="53657C"/>
                </a:solidFill>
                <a:latin typeface="IBM Plex Sans Arabic"/>
                <a:ea typeface="IBM Plex Sans Arabic"/>
                <a:cs typeface="IBM Plex Sans Arabic"/>
              </a:defRPr>
            </a:pPr>
            <a:r>
              <a:rPr sz="1500" b="0">
                <a:solidFill>
                  <a:srgbClr val="53657C"/>
                </a:solidFill>
                <a:latin typeface="IBM Plex Sans Arabic"/>
                <a:ea typeface="IBM Plex Sans Arabic"/>
                <a:cs typeface="IBM Plex Sans Arabic"/>
              </a:rPr>
              <a:t>بلا تكلفة على المستفيد</a:t>
            </a:r>
          </a:p>
        </p:txBody>
      </p:sp>
      <p:sp>
        <p:nvSpPr>
          <p:cNvPr id="10" name="">
            <a:extLst xmlns:a="http://schemas.openxmlformats.org/drawingml/2006/main">
              <a:ext uri="{FF2B5EF4-FFF2-40B4-BE49-F238E27FC236}">
                <a16:creationId xmlns:a16="http://schemas.microsoft.com/office/drawing/2014/main" id="{B22DC251-0C9B-47D3-88EA-02BB7A939FAE}"/>
              </a:ext>
            </a:extLst>
          </p:cNvPr>
          <p:cNvSpPr>
            <a:spLocks xmlns:a="http://schemas.openxmlformats.org/drawingml/2006/main" noGrp="1"/>
          </p:cNvSpPr>
          <p:nvPr/>
        </p:nvSpPr>
        <p:spPr>
          <a:xfrm xmlns:a="http://schemas.openxmlformats.org/drawingml/2006/main">
            <a:off x="4333875" y="1724025"/>
            <a:ext cx="3333750" cy="3009900"/>
          </a:xfrm>
          <a:prstGeom xmlns:a="http://schemas.openxmlformats.org/drawingml/2006/main" prst="roundRect">
            <a:avLst>
              <a:gd name="adj" fmla="val 2532"/>
            </a:avLst>
          </a:prstGeom>
          <a:solidFill xmlns:a="http://schemas.openxmlformats.org/drawingml/2006/main">
            <a:srgbClr val="F3EAD7"/>
          </a:solidFill>
          <a:ln xmlns:a="http://schemas.openxmlformats.org/drawingml/2006/main" w="12383">
            <a:solidFill>
              <a:srgbClr val="DFC98F"/>
            </a:solidFill>
          </a:ln>
        </p:spPr>
      </p:sp>
      <p:sp>
        <p:nvSpPr>
          <p:cNvPr id="11" name="">
            <a:extLst xmlns:a="http://schemas.openxmlformats.org/drawingml/2006/main">
              <a:ext uri="{FF2B5EF4-FFF2-40B4-BE49-F238E27FC236}">
                <a16:creationId xmlns:a16="http://schemas.microsoft.com/office/drawing/2014/main" id="{29A1195B-F3C4-4391-914C-E656EC3F150C}"/>
              </a:ext>
            </a:extLst>
          </p:cNvPr>
          <p:cNvSpPr>
            <a:spLocks xmlns:a="http://schemas.openxmlformats.org/drawingml/2006/main" noGrp="1"/>
          </p:cNvSpPr>
          <p:nvPr/>
        </p:nvSpPr>
        <p:spPr>
          <a:xfrm xmlns:a="http://schemas.openxmlformats.org/drawingml/2006/main">
            <a:off x="4857750" y="1943100"/>
            <a:ext cx="2286000" cy="381000"/>
          </a:xfrm>
          <a:prstGeom xmlns:a="http://schemas.openxmlformats.org/drawingml/2006/main" prst="roundRect">
            <a:avLst>
              <a:gd name="adj" fmla="val 20000"/>
            </a:avLst>
          </a:prstGeom>
          <a:solidFill xmlns:a="http://schemas.openxmlformats.org/drawingml/2006/main">
            <a:srgbClr val="E7EEF6"/>
          </a:solidFill>
          <a:ln xmlns:a="http://schemas.openxmlformats.org/drawingml/2006/main" w="12383">
            <a:solidFill>
              <a:srgbClr val="C9D5E3"/>
            </a:solidFill>
          </a:ln>
        </p:spPr>
      </p:sp>
      <p:sp>
        <p:nvSpPr>
          <p:cNvPr id="12" name="المؤسسة التعليمية">
            <a:extLst xmlns:a="http://schemas.openxmlformats.org/drawingml/2006/main">
              <a:ext uri="{FF2B5EF4-FFF2-40B4-BE49-F238E27FC236}">
                <a16:creationId xmlns:a16="http://schemas.microsoft.com/office/drawing/2014/main" id="{647D5A32-406F-4E7F-9D03-08D04299BC04}"/>
              </a:ext>
            </a:extLst>
          </p:cNvPr>
          <p:cNvSpPr>
            <a:spLocks xmlns:a="http://schemas.openxmlformats.org/drawingml/2006/main" noGrp="1"/>
          </p:cNvSpPr>
          <p:nvPr/>
        </p:nvSpPr>
        <p:spPr>
          <a:xfrm xmlns:a="http://schemas.openxmlformats.org/drawingml/2006/main">
            <a:off x="4953000" y="1970723"/>
            <a:ext cx="2095500"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1350" b="1">
                <a:solidFill>
                  <a:srgbClr val="013070"/>
                </a:solidFill>
                <a:latin typeface="IBM Plex Sans Arabic"/>
                <a:ea typeface="IBM Plex Sans Arabic"/>
                <a:cs typeface="IBM Plex Sans Arabic"/>
              </a:defRPr>
            </a:pPr>
            <a:r>
              <a:rPr sz="1350" b="1">
                <a:solidFill>
                  <a:srgbClr val="013070"/>
                </a:solidFill>
                <a:latin typeface="IBM Plex Sans Arabic"/>
                <a:ea typeface="IBM Plex Sans Arabic"/>
                <a:cs typeface="IBM Plex Sans Arabic"/>
              </a:rPr>
              <a:t>المؤسسة التعليمية</a:t>
            </a:r>
          </a:p>
        </p:txBody>
      </p:sp>
      <p:sp>
        <p:nvSpPr>
          <p:cNvPr id="13" name="20 دينارًا">
            <a:extLst xmlns:a="http://schemas.openxmlformats.org/drawingml/2006/main">
              <a:ext uri="{FF2B5EF4-FFF2-40B4-BE49-F238E27FC236}">
                <a16:creationId xmlns:a16="http://schemas.microsoft.com/office/drawing/2014/main" id="{C1AC0BA4-471F-4804-8192-5DFD2FD1BB3C}"/>
              </a:ext>
            </a:extLst>
          </p:cNvPr>
          <p:cNvSpPr>
            <a:spLocks xmlns:a="http://schemas.openxmlformats.org/drawingml/2006/main" noGrp="1"/>
          </p:cNvSpPr>
          <p:nvPr/>
        </p:nvSpPr>
        <p:spPr>
          <a:xfrm xmlns:a="http://schemas.openxmlformats.org/drawingml/2006/main">
            <a:off x="4524375" y="2514600"/>
            <a:ext cx="295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4050" b="1">
                <a:solidFill>
                  <a:srgbClr val="C8A04C"/>
                </a:solidFill>
                <a:latin typeface="IBM Plex Sans Arabic"/>
                <a:ea typeface="IBM Plex Sans Arabic"/>
                <a:cs typeface="IBM Plex Sans Arabic"/>
              </a:defRPr>
            </a:pPr>
            <a:r>
              <a:rPr sz="4050" b="1">
                <a:solidFill>
                  <a:srgbClr val="C8A04C"/>
                </a:solidFill>
                <a:latin typeface="IBM Plex Sans Arabic"/>
                <a:ea typeface="IBM Plex Sans Arabic"/>
                <a:cs typeface="IBM Plex Sans Arabic"/>
              </a:rPr>
              <a:t>20 دينارًا</a:t>
            </a:r>
          </a:p>
        </p:txBody>
      </p:sp>
      <p:sp>
        <p:nvSpPr>
          <p:cNvPr id="14" name="لكل مقعد طالب ممول سنويًا">
            <a:extLst xmlns:a="http://schemas.openxmlformats.org/drawingml/2006/main">
              <a:ext uri="{FF2B5EF4-FFF2-40B4-BE49-F238E27FC236}">
                <a16:creationId xmlns:a16="http://schemas.microsoft.com/office/drawing/2014/main" id="{C2FB08D4-EC26-4EB7-AC36-2C3E644F7CE1}"/>
              </a:ext>
            </a:extLst>
          </p:cNvPr>
          <p:cNvSpPr>
            <a:spLocks xmlns:a="http://schemas.openxmlformats.org/drawingml/2006/main" noGrp="1"/>
          </p:cNvSpPr>
          <p:nvPr/>
        </p:nvSpPr>
        <p:spPr>
          <a:xfrm xmlns:a="http://schemas.openxmlformats.org/drawingml/2006/main">
            <a:off x="4572000" y="3381375"/>
            <a:ext cx="285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1800" b="1">
                <a:solidFill>
                  <a:srgbClr val="102C50"/>
                </a:solidFill>
                <a:latin typeface="IBM Plex Sans Arabic"/>
                <a:ea typeface="IBM Plex Sans Arabic"/>
                <a:cs typeface="IBM Plex Sans Arabic"/>
              </a:defRPr>
            </a:pPr>
            <a:r>
              <a:rPr sz="1800" b="1">
                <a:solidFill>
                  <a:srgbClr val="102C50"/>
                </a:solidFill>
                <a:latin typeface="IBM Plex Sans Arabic"/>
                <a:ea typeface="IBM Plex Sans Arabic"/>
                <a:cs typeface="IBM Plex Sans Arabic"/>
              </a:rPr>
              <a:t>لكل مقعد طالب ممول سنويًا</a:t>
            </a:r>
          </a:p>
        </p:txBody>
      </p:sp>
      <p:sp>
        <p:nvSpPr>
          <p:cNvPr id="15" name="عرض مقترح: أدوات + تقارير + تدريب">
            <a:extLst xmlns:a="http://schemas.openxmlformats.org/drawingml/2006/main">
              <a:ext uri="{FF2B5EF4-FFF2-40B4-BE49-F238E27FC236}">
                <a16:creationId xmlns:a16="http://schemas.microsoft.com/office/drawing/2014/main" id="{282F16E0-3E3D-42B1-9390-7E2ED9A46946}"/>
              </a:ext>
            </a:extLst>
          </p:cNvPr>
          <p:cNvSpPr>
            <a:spLocks xmlns:a="http://schemas.openxmlformats.org/drawingml/2006/main" noGrp="1"/>
          </p:cNvSpPr>
          <p:nvPr/>
        </p:nvSpPr>
        <p:spPr>
          <a:xfrm xmlns:a="http://schemas.openxmlformats.org/drawingml/2006/main">
            <a:off x="4572000" y="4010025"/>
            <a:ext cx="285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1500" b="0">
                <a:solidFill>
                  <a:srgbClr val="53657C"/>
                </a:solidFill>
                <a:latin typeface="IBM Plex Sans Arabic"/>
                <a:ea typeface="IBM Plex Sans Arabic"/>
                <a:cs typeface="IBM Plex Sans Arabic"/>
              </a:defRPr>
            </a:pPr>
            <a:r>
              <a:rPr sz="1500" b="0">
                <a:solidFill>
                  <a:srgbClr val="53657C"/>
                </a:solidFill>
                <a:latin typeface="IBM Plex Sans Arabic"/>
                <a:ea typeface="IBM Plex Sans Arabic"/>
                <a:cs typeface="IBM Plex Sans Arabic"/>
              </a:rPr>
              <a:t>عرض مقترح: أدوات + تقارير + تدريب</a:t>
            </a:r>
          </a:p>
        </p:txBody>
      </p:sp>
      <p:sp>
        <p:nvSpPr>
          <p:cNvPr id="16" name="">
            <a:extLst xmlns:a="http://schemas.openxmlformats.org/drawingml/2006/main">
              <a:ext uri="{FF2B5EF4-FFF2-40B4-BE49-F238E27FC236}">
                <a16:creationId xmlns:a16="http://schemas.microsoft.com/office/drawing/2014/main" id="{C63BD0E7-E734-4EC3-ABE5-C40781E8088A}"/>
              </a:ext>
            </a:extLst>
          </p:cNvPr>
          <p:cNvSpPr>
            <a:spLocks xmlns:a="http://schemas.openxmlformats.org/drawingml/2006/main" noGrp="1"/>
          </p:cNvSpPr>
          <p:nvPr/>
        </p:nvSpPr>
        <p:spPr>
          <a:xfrm xmlns:a="http://schemas.openxmlformats.org/drawingml/2006/main">
            <a:off x="523875" y="1724025"/>
            <a:ext cx="3333750" cy="3009900"/>
          </a:xfrm>
          <a:prstGeom xmlns:a="http://schemas.openxmlformats.org/drawingml/2006/main" prst="roundRect">
            <a:avLst>
              <a:gd name="adj" fmla="val 2532"/>
            </a:avLst>
          </a:prstGeom>
          <a:solidFill xmlns:a="http://schemas.openxmlformats.org/drawingml/2006/main">
            <a:srgbClr val="FFFFFF"/>
          </a:solidFill>
          <a:ln xmlns:a="http://schemas.openxmlformats.org/drawingml/2006/main" w="12383">
            <a:solidFill>
              <a:srgbClr val="58749B"/>
            </a:solidFill>
          </a:ln>
        </p:spPr>
      </p:sp>
      <p:sp>
        <p:nvSpPr>
          <p:cNvPr id="17" name="">
            <a:extLst xmlns:a="http://schemas.openxmlformats.org/drawingml/2006/main">
              <a:ext uri="{FF2B5EF4-FFF2-40B4-BE49-F238E27FC236}">
                <a16:creationId xmlns:a16="http://schemas.microsoft.com/office/drawing/2014/main" id="{15679CE5-EC55-4D7B-93DC-8F84B330E12D}"/>
              </a:ext>
            </a:extLst>
          </p:cNvPr>
          <p:cNvSpPr>
            <a:spLocks xmlns:a="http://schemas.openxmlformats.org/drawingml/2006/main" noGrp="1"/>
          </p:cNvSpPr>
          <p:nvPr/>
        </p:nvSpPr>
        <p:spPr>
          <a:xfrm xmlns:a="http://schemas.openxmlformats.org/drawingml/2006/main">
            <a:off x="1047750" y="1943100"/>
            <a:ext cx="2286000" cy="381000"/>
          </a:xfrm>
          <a:prstGeom xmlns:a="http://schemas.openxmlformats.org/drawingml/2006/main" prst="roundRect">
            <a:avLst>
              <a:gd name="adj" fmla="val 20000"/>
            </a:avLst>
          </a:prstGeom>
          <a:solidFill xmlns:a="http://schemas.openxmlformats.org/drawingml/2006/main">
            <a:srgbClr val="E7EEF6"/>
          </a:solidFill>
          <a:ln xmlns:a="http://schemas.openxmlformats.org/drawingml/2006/main" w="12383">
            <a:solidFill>
              <a:srgbClr val="C9D5E3"/>
            </a:solidFill>
          </a:ln>
        </p:spPr>
      </p:sp>
      <p:sp>
        <p:nvSpPr>
          <p:cNvPr id="18" name="جهة تعليمية عامة">
            <a:extLst xmlns:a="http://schemas.openxmlformats.org/drawingml/2006/main">
              <a:ext uri="{FF2B5EF4-FFF2-40B4-BE49-F238E27FC236}">
                <a16:creationId xmlns:a16="http://schemas.microsoft.com/office/drawing/2014/main" id="{C5F449AF-D10D-4CCC-A29A-FEBDBD1DC22E}"/>
              </a:ext>
            </a:extLst>
          </p:cNvPr>
          <p:cNvSpPr>
            <a:spLocks xmlns:a="http://schemas.openxmlformats.org/drawingml/2006/main" noGrp="1"/>
          </p:cNvSpPr>
          <p:nvPr/>
        </p:nvSpPr>
        <p:spPr>
          <a:xfrm xmlns:a="http://schemas.openxmlformats.org/drawingml/2006/main">
            <a:off x="1143000" y="1970723"/>
            <a:ext cx="2095500"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1350" b="1">
                <a:solidFill>
                  <a:srgbClr val="013070"/>
                </a:solidFill>
                <a:latin typeface="IBM Plex Sans Arabic"/>
                <a:ea typeface="IBM Plex Sans Arabic"/>
                <a:cs typeface="IBM Plex Sans Arabic"/>
              </a:defRPr>
            </a:pPr>
            <a:r>
              <a:rPr sz="1350" b="1">
                <a:solidFill>
                  <a:srgbClr val="013070"/>
                </a:solidFill>
                <a:latin typeface="IBM Plex Sans Arabic"/>
                <a:ea typeface="IBM Plex Sans Arabic"/>
                <a:cs typeface="IBM Plex Sans Arabic"/>
              </a:rPr>
              <a:t>جهة تعليمية عامة</a:t>
            </a:r>
          </a:p>
        </p:txBody>
      </p:sp>
      <p:sp>
        <p:nvSpPr>
          <p:cNvPr id="19" name="عقد سنوي">
            <a:extLst xmlns:a="http://schemas.openxmlformats.org/drawingml/2006/main">
              <a:ext uri="{FF2B5EF4-FFF2-40B4-BE49-F238E27FC236}">
                <a16:creationId xmlns:a16="http://schemas.microsoft.com/office/drawing/2014/main" id="{A7ECD248-EC04-4115-9C65-007A2B231C63}"/>
              </a:ext>
            </a:extLst>
          </p:cNvPr>
          <p:cNvSpPr>
            <a:spLocks xmlns:a="http://schemas.openxmlformats.org/drawingml/2006/main" noGrp="1"/>
          </p:cNvSpPr>
          <p:nvPr/>
        </p:nvSpPr>
        <p:spPr>
          <a:xfrm xmlns:a="http://schemas.openxmlformats.org/drawingml/2006/main">
            <a:off x="714375" y="2514600"/>
            <a:ext cx="295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3225" b="1">
                <a:solidFill>
                  <a:srgbClr val="013070"/>
                </a:solidFill>
                <a:latin typeface="IBM Plex Sans Arabic"/>
                <a:ea typeface="IBM Plex Sans Arabic"/>
                <a:cs typeface="IBM Plex Sans Arabic"/>
              </a:defRPr>
            </a:pPr>
            <a:r>
              <a:rPr sz="3225" b="1">
                <a:solidFill>
                  <a:srgbClr val="013070"/>
                </a:solidFill>
                <a:latin typeface="IBM Plex Sans Arabic"/>
                <a:ea typeface="IBM Plex Sans Arabic"/>
                <a:cs typeface="IBM Plex Sans Arabic"/>
              </a:rPr>
              <a:t>عقد سنوي</a:t>
            </a:r>
          </a:p>
        </p:txBody>
      </p:sp>
      <p:sp>
        <p:nvSpPr>
          <p:cNvPr id="20" name="بحسب نطاق الخدمة">
            <a:extLst xmlns:a="http://schemas.openxmlformats.org/drawingml/2006/main">
              <a:ext uri="{FF2B5EF4-FFF2-40B4-BE49-F238E27FC236}">
                <a16:creationId xmlns:a16="http://schemas.microsoft.com/office/drawing/2014/main" id="{F3344A0B-DEF2-405E-B7BD-0DC7BBA3815E}"/>
              </a:ext>
            </a:extLst>
          </p:cNvPr>
          <p:cNvSpPr>
            <a:spLocks xmlns:a="http://schemas.openxmlformats.org/drawingml/2006/main" noGrp="1"/>
          </p:cNvSpPr>
          <p:nvPr/>
        </p:nvSpPr>
        <p:spPr>
          <a:xfrm xmlns:a="http://schemas.openxmlformats.org/drawingml/2006/main">
            <a:off x="762000" y="3381375"/>
            <a:ext cx="285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1800" b="1">
                <a:solidFill>
                  <a:srgbClr val="102C50"/>
                </a:solidFill>
                <a:latin typeface="IBM Plex Sans Arabic"/>
                <a:ea typeface="IBM Plex Sans Arabic"/>
                <a:cs typeface="IBM Plex Sans Arabic"/>
              </a:defRPr>
            </a:pPr>
            <a:r>
              <a:rPr sz="1800" b="1">
                <a:solidFill>
                  <a:srgbClr val="102C50"/>
                </a:solidFill>
                <a:latin typeface="IBM Plex Sans Arabic"/>
                <a:ea typeface="IBM Plex Sans Arabic"/>
                <a:cs typeface="IBM Plex Sans Arabic"/>
              </a:rPr>
              <a:t>بحسب نطاق الخدمة</a:t>
            </a:r>
          </a:p>
        </p:txBody>
      </p:sp>
      <p:sp>
        <p:nvSpPr>
          <p:cNvPr id="21" name="بيانات + دعم + قياس أثر">
            <a:extLst xmlns:a="http://schemas.openxmlformats.org/drawingml/2006/main">
              <a:ext uri="{FF2B5EF4-FFF2-40B4-BE49-F238E27FC236}">
                <a16:creationId xmlns:a16="http://schemas.microsoft.com/office/drawing/2014/main" id="{836E9FCE-1596-4E9D-841C-4E3A9FA74D0C}"/>
              </a:ext>
            </a:extLst>
          </p:cNvPr>
          <p:cNvSpPr>
            <a:spLocks xmlns:a="http://schemas.openxmlformats.org/drawingml/2006/main" noGrp="1"/>
          </p:cNvSpPr>
          <p:nvPr/>
        </p:nvSpPr>
        <p:spPr>
          <a:xfrm xmlns:a="http://schemas.openxmlformats.org/drawingml/2006/main">
            <a:off x="762000" y="4010025"/>
            <a:ext cx="285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1500" b="0">
                <a:solidFill>
                  <a:srgbClr val="53657C"/>
                </a:solidFill>
                <a:latin typeface="IBM Plex Sans Arabic"/>
                <a:ea typeface="IBM Plex Sans Arabic"/>
                <a:cs typeface="IBM Plex Sans Arabic"/>
              </a:defRPr>
            </a:pPr>
            <a:r>
              <a:rPr sz="1500" b="0">
                <a:solidFill>
                  <a:srgbClr val="53657C"/>
                </a:solidFill>
                <a:latin typeface="IBM Plex Sans Arabic"/>
                <a:ea typeface="IBM Plex Sans Arabic"/>
                <a:cs typeface="IBM Plex Sans Arabic"/>
              </a:rPr>
              <a:t>بيانات + دعم + قياس أثر</a:t>
            </a:r>
          </a:p>
        </p:txBody>
      </p:sp>
      <p:sp>
        <p:nvSpPr>
          <p:cNvPr id="22" name="">
            <a:extLst xmlns:a="http://schemas.openxmlformats.org/drawingml/2006/main">
              <a:ext uri="{FF2B5EF4-FFF2-40B4-BE49-F238E27FC236}">
                <a16:creationId xmlns:a16="http://schemas.microsoft.com/office/drawing/2014/main" id="{A9750ECF-554D-4DBB-A6CF-E89A3A1D48DE}"/>
              </a:ext>
            </a:extLst>
          </p:cNvPr>
          <p:cNvSpPr>
            <a:spLocks xmlns:a="http://schemas.openxmlformats.org/drawingml/2006/main" noGrp="1"/>
          </p:cNvSpPr>
          <p:nvPr/>
        </p:nvSpPr>
        <p:spPr>
          <a:xfrm xmlns:a="http://schemas.openxmlformats.org/drawingml/2006/main">
            <a:off x="1524000" y="4972050"/>
            <a:ext cx="9953625" cy="742950"/>
          </a:xfrm>
          <a:prstGeom xmlns:a="http://schemas.openxmlformats.org/drawingml/2006/main" prst="roundRect">
            <a:avLst>
              <a:gd name="adj" fmla="val 10256"/>
            </a:avLst>
          </a:prstGeom>
          <a:solidFill xmlns:a="http://schemas.openxmlformats.org/drawingml/2006/main">
            <a:srgbClr val="123D76"/>
          </a:solidFill>
          <a:ln xmlns:a="http://schemas.openxmlformats.org/drawingml/2006/main" w="12383">
            <a:solidFill>
              <a:srgbClr val="58749B"/>
            </a:solidFill>
          </a:ln>
        </p:spPr>
      </p:sp>
      <p:sp>
        <p:nvSpPr>
          <p:cNvPr id="23" name="1,950 مقعد طالب ممول">
            <a:extLst xmlns:a="http://schemas.openxmlformats.org/drawingml/2006/main">
              <a:ext uri="{FF2B5EF4-FFF2-40B4-BE49-F238E27FC236}">
                <a16:creationId xmlns:a16="http://schemas.microsoft.com/office/drawing/2014/main" id="{CE9AAD35-2C18-44DC-A461-94EAF863F651}"/>
              </a:ext>
            </a:extLst>
          </p:cNvPr>
          <p:cNvSpPr>
            <a:spLocks xmlns:a="http://schemas.openxmlformats.org/drawingml/2006/main" noGrp="1"/>
          </p:cNvSpPr>
          <p:nvPr/>
        </p:nvSpPr>
        <p:spPr>
          <a:xfrm xmlns:a="http://schemas.openxmlformats.org/drawingml/2006/main">
            <a:off x="5953125" y="5029200"/>
            <a:ext cx="5238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14000"/>
              </a:lnSpc>
              <a:buNone/>
              <a:defRPr sz="2550" b="1">
                <a:solidFill>
                  <a:srgbClr val="FFFFFF"/>
                </a:solidFill>
                <a:latin typeface="IBM Plex Sans Arabic"/>
                <a:ea typeface="IBM Plex Sans Arabic"/>
                <a:cs typeface="IBM Plex Sans Arabic"/>
              </a:defRPr>
            </a:pPr>
            <a:r>
              <a:rPr sz="2550" b="1">
                <a:solidFill>
                  <a:srgbClr val="FFFFFF"/>
                </a:solidFill>
                <a:latin typeface="IBM Plex Sans Arabic"/>
                <a:ea typeface="IBM Plex Sans Arabic"/>
                <a:cs typeface="IBM Plex Sans Arabic"/>
              </a:rPr>
              <a:t>1,950 مقعد طالب ممول</a:t>
            </a:r>
          </a:p>
        </p:txBody>
      </p:sp>
      <p:sp>
        <p:nvSpPr>
          <p:cNvPr id="24" name="نقطة تعادل مفترضة">
            <a:extLst xmlns:a="http://schemas.openxmlformats.org/drawingml/2006/main">
              <a:ext uri="{FF2B5EF4-FFF2-40B4-BE49-F238E27FC236}">
                <a16:creationId xmlns:a16="http://schemas.microsoft.com/office/drawing/2014/main" id="{845A09E0-85EB-434F-AF21-7175A92636E8}"/>
              </a:ext>
            </a:extLst>
          </p:cNvPr>
          <p:cNvSpPr>
            <a:spLocks xmlns:a="http://schemas.openxmlformats.org/drawingml/2006/main" noGrp="1"/>
          </p:cNvSpPr>
          <p:nvPr/>
        </p:nvSpPr>
        <p:spPr>
          <a:xfrm xmlns:a="http://schemas.openxmlformats.org/drawingml/2006/main">
            <a:off x="1809750" y="5057775"/>
            <a:ext cx="3810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14000"/>
              </a:lnSpc>
              <a:buNone/>
              <a:defRPr sz="1875" b="1">
                <a:solidFill>
                  <a:srgbClr val="C8A04C"/>
                </a:solidFill>
                <a:latin typeface="IBM Plex Sans Arabic"/>
                <a:ea typeface="IBM Plex Sans Arabic"/>
                <a:cs typeface="IBM Plex Sans Arabic"/>
              </a:defRPr>
            </a:pPr>
            <a:r>
              <a:rPr sz="1875" b="1">
                <a:solidFill>
                  <a:srgbClr val="C8A04C"/>
                </a:solidFill>
                <a:latin typeface="IBM Plex Sans Arabic"/>
                <a:ea typeface="IBM Plex Sans Arabic"/>
                <a:cs typeface="IBM Plex Sans Arabic"/>
              </a:rPr>
              <a:t>نقطة تعادل مفترضة</a:t>
            </a:r>
          </a:p>
        </p:txBody>
      </p:sp>
      <p:sp>
        <p:nvSpPr>
          <p:cNvPr id="25" name="فرضيات للاختبار وليست مبيعات: السعر، الكلفة، ">
            <a:extLst xmlns:a="http://schemas.openxmlformats.org/drawingml/2006/main">
              <a:ext uri="{FF2B5EF4-FFF2-40B4-BE49-F238E27FC236}">
                <a16:creationId xmlns:a16="http://schemas.microsoft.com/office/drawing/2014/main" id="{EBD65638-7EFA-442C-8F06-D9669F68194F}"/>
              </a:ext>
            </a:extLst>
          </p:cNvPr>
          <p:cNvSpPr>
            <a:spLocks xmlns:a="http://schemas.openxmlformats.org/drawingml/2006/main" noGrp="1"/>
          </p:cNvSpPr>
          <p:nvPr/>
        </p:nvSpPr>
        <p:spPr>
          <a:xfrm xmlns:a="http://schemas.openxmlformats.org/drawingml/2006/main">
            <a:off x="1524000" y="5888355"/>
            <a:ext cx="9953625" cy="3105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1425" b="0">
                <a:solidFill>
                  <a:srgbClr val="D1DEED"/>
                </a:solidFill>
                <a:latin typeface="IBM Plex Sans Arabic"/>
                <a:ea typeface="IBM Plex Sans Arabic"/>
                <a:cs typeface="IBM Plex Sans Arabic"/>
              </a:defRPr>
            </a:pPr>
            <a:r>
              <a:rPr sz="1425" b="0">
                <a:solidFill>
                  <a:srgbClr val="D1DEED"/>
                </a:solidFill>
                <a:latin typeface="IBM Plex Sans Arabic"/>
                <a:ea typeface="IBM Plex Sans Arabic"/>
                <a:cs typeface="IBM Plex Sans Arabic"/>
              </a:rPr>
              <a:t>فرضيات للاختبار وليست مبيعات: السعر، الكلفة، والتعادل تتغير بنتائج التجربة</a:t>
            </a:r>
          </a:p>
        </p:txBody>
      </p:sp>
    </p:spTree>
    <p:extLst>
      <p:ext uri="{BB962C8B-B14F-4D97-AF65-F5344CB8AC3E}">
        <p14:creationId xmlns:p14="http://schemas.microsoft.com/office/powerpoint/2010/main" val="448492777"/>
      </p:ext>
    </p:extLst>
  </p:cSld>
</p:sld>
</file>

<file path=ppt/slides/slide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dbc7ce77c3564f68"/>
          <a:stretch xmlns:a="http://schemas.openxmlformats.org/drawingml/2006/main"/>
        </p:blipFill>
        <p:spPr>
          <a:xfrm xmlns:a="http://schemas.openxmlformats.org/drawingml/2006/main">
            <a:off x="11125200" y="400050"/>
            <a:ext cx="552450" cy="552450"/>
          </a:xfrm>
          <a:prstGeom xmlns:a="http://schemas.openxmlformats.org/drawingml/2006/main" prst="rect">
            <a:avLst/>
          </a:prstGeom>
        </p:spPr>
      </p:pic>
      <p:sp>
        <p:nvSpPr>
          <p:cNvPr id="2" name="الأثر: كيف نتحقق منه محليًا؟">
            <a:extLst xmlns:a="http://schemas.openxmlformats.org/drawingml/2006/main">
              <a:ext uri="{FF2B5EF4-FFF2-40B4-BE49-F238E27FC236}">
                <a16:creationId xmlns:a16="http://schemas.microsoft.com/office/drawing/2014/main" id="{77A27C7F-7BDE-42C7-A343-FF20E69B93B2}"/>
              </a:ext>
            </a:extLst>
          </p:cNvPr>
          <p:cNvSpPr>
            <a:spLocks xmlns:a="http://schemas.openxmlformats.org/drawingml/2006/main" noGrp="1"/>
          </p:cNvSpPr>
          <p:nvPr/>
        </p:nvSpPr>
        <p:spPr>
          <a:xfrm xmlns:a="http://schemas.openxmlformats.org/drawingml/2006/main">
            <a:off x="571500" y="476250"/>
            <a:ext cx="1028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14000"/>
              </a:lnSpc>
              <a:buNone/>
              <a:defRPr sz="3300" b="1">
                <a:solidFill>
                  <a:srgbClr val="013070"/>
                </a:solidFill>
                <a:latin typeface="IBM Plex Sans Arabic"/>
                <a:ea typeface="IBM Plex Sans Arabic"/>
                <a:cs typeface="IBM Plex Sans Arabic"/>
              </a:defRPr>
            </a:pPr>
            <a:r>
              <a:rPr sz="3300" b="1">
                <a:solidFill>
                  <a:srgbClr val="013070"/>
                </a:solidFill>
                <a:latin typeface="IBM Plex Sans Arabic"/>
                <a:ea typeface="IBM Plex Sans Arabic"/>
                <a:cs typeface="IBM Plex Sans Arabic"/>
              </a:rPr>
              <a:t>الأثر: كيف نتحقق منه محليًا؟</a:t>
            </a:r>
          </a:p>
        </p:txBody>
      </p:sp>
      <p:sp>
        <p:nvSpPr>
          <p:cNvPr id="3" name="09">
            <a:extLst xmlns:a="http://schemas.openxmlformats.org/drawingml/2006/main">
              <a:ext uri="{FF2B5EF4-FFF2-40B4-BE49-F238E27FC236}">
                <a16:creationId xmlns:a16="http://schemas.microsoft.com/office/drawing/2014/main" id="{3637757E-ACBD-42EF-AE1B-0F782BFD61DA}"/>
              </a:ext>
            </a:extLst>
          </p:cNvPr>
          <p:cNvSpPr>
            <a:spLocks xmlns:a="http://schemas.openxmlformats.org/drawingml/2006/main" noGrp="1"/>
          </p:cNvSpPr>
          <p:nvPr/>
        </p:nvSpPr>
        <p:spPr>
          <a:xfrm xmlns:a="http://schemas.openxmlformats.org/drawingml/2006/main">
            <a:off x="571500" y="6376035"/>
            <a:ext cx="619125"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14000"/>
              </a:lnSpc>
              <a:buNone/>
              <a:defRPr sz="1350" b="0">
                <a:solidFill>
                  <a:srgbClr val="53657C"/>
                </a:solidFill>
                <a:latin typeface="IBM Plex Sans Arabic"/>
                <a:ea typeface="IBM Plex Sans Arabic"/>
                <a:cs typeface="IBM Plex Sans Arabic"/>
              </a:defRPr>
            </a:pPr>
            <a:r>
              <a:rPr sz="1350" b="0">
                <a:solidFill>
                  <a:srgbClr val="53657C"/>
                </a:solidFill>
                <a:latin typeface="IBM Plex Sans Arabic"/>
                <a:ea typeface="IBM Plex Sans Arabic"/>
                <a:cs typeface="IBM Plex Sans Arabic"/>
              </a:rPr>
              <a:t>09</a:t>
            </a:r>
          </a:p>
        </p:txBody>
      </p:sp>
      <p:sp>
        <p:nvSpPr>
          <p:cNvPr id="4" name="100">
            <a:extLst xmlns:a="http://schemas.openxmlformats.org/drawingml/2006/main">
              <a:ext uri="{FF2B5EF4-FFF2-40B4-BE49-F238E27FC236}">
                <a16:creationId xmlns:a16="http://schemas.microsoft.com/office/drawing/2014/main" id="{98190834-6815-47C8-95B1-77659E0C1C18}"/>
              </a:ext>
            </a:extLst>
          </p:cNvPr>
          <p:cNvSpPr>
            <a:spLocks xmlns:a="http://schemas.openxmlformats.org/drawingml/2006/main" noGrp="1"/>
          </p:cNvSpPr>
          <p:nvPr/>
        </p:nvSpPr>
        <p:spPr>
          <a:xfrm xmlns:a="http://schemas.openxmlformats.org/drawingml/2006/main">
            <a:off x="8191500" y="1708785"/>
            <a:ext cx="3238500" cy="1097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5850" b="1">
                <a:solidFill>
                  <a:srgbClr val="013070"/>
                </a:solidFill>
                <a:latin typeface="IBM Plex Sans Arabic"/>
                <a:ea typeface="IBM Plex Sans Arabic"/>
                <a:cs typeface="IBM Plex Sans Arabic"/>
              </a:defRPr>
            </a:pPr>
            <a:r>
              <a:rPr sz="5850" b="1">
                <a:solidFill>
                  <a:srgbClr val="013070"/>
                </a:solidFill>
                <a:latin typeface="IBM Plex Sans Arabic"/>
                <a:ea typeface="IBM Plex Sans Arabic"/>
                <a:cs typeface="IBM Plex Sans Arabic"/>
              </a:rPr>
              <a:t>100</a:t>
            </a:r>
          </a:p>
        </p:txBody>
      </p:sp>
      <p:sp>
        <p:nvSpPr>
          <p:cNvPr id="5" name="طالب">
            <a:extLst xmlns:a="http://schemas.openxmlformats.org/drawingml/2006/main">
              <a:ext uri="{FF2B5EF4-FFF2-40B4-BE49-F238E27FC236}">
                <a16:creationId xmlns:a16="http://schemas.microsoft.com/office/drawing/2014/main" id="{9BB06CA4-ABAF-4663-88CB-D25E8FF7D5B8}"/>
              </a:ext>
            </a:extLst>
          </p:cNvPr>
          <p:cNvSpPr>
            <a:spLocks xmlns:a="http://schemas.openxmlformats.org/drawingml/2006/main" noGrp="1"/>
          </p:cNvSpPr>
          <p:nvPr/>
        </p:nvSpPr>
        <p:spPr>
          <a:xfrm xmlns:a="http://schemas.openxmlformats.org/drawingml/2006/main">
            <a:off x="8191500" y="2724150"/>
            <a:ext cx="323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2400" b="1">
                <a:solidFill>
                  <a:srgbClr val="C8A04C"/>
                </a:solidFill>
                <a:latin typeface="IBM Plex Sans Arabic"/>
                <a:ea typeface="IBM Plex Sans Arabic"/>
                <a:cs typeface="IBM Plex Sans Arabic"/>
              </a:defRPr>
            </a:pPr>
            <a:r>
              <a:rPr sz="2400" b="1">
                <a:solidFill>
                  <a:srgbClr val="C8A04C"/>
                </a:solidFill>
                <a:latin typeface="IBM Plex Sans Arabic"/>
                <a:ea typeface="IBM Plex Sans Arabic"/>
                <a:cs typeface="IBM Plex Sans Arabic"/>
              </a:rPr>
              <a:t>طالب</a:t>
            </a:r>
          </a:p>
        </p:txBody>
      </p:sp>
      <p:sp>
        <p:nvSpPr>
          <p:cNvPr id="6" name="3">
            <a:extLst xmlns:a="http://schemas.openxmlformats.org/drawingml/2006/main">
              <a:ext uri="{FF2B5EF4-FFF2-40B4-BE49-F238E27FC236}">
                <a16:creationId xmlns:a16="http://schemas.microsoft.com/office/drawing/2014/main" id="{E0C40092-7CC4-478D-8A28-65E3FF3A6873}"/>
              </a:ext>
            </a:extLst>
          </p:cNvPr>
          <p:cNvSpPr>
            <a:spLocks xmlns:a="http://schemas.openxmlformats.org/drawingml/2006/main" noGrp="1"/>
          </p:cNvSpPr>
          <p:nvPr/>
        </p:nvSpPr>
        <p:spPr>
          <a:xfrm xmlns:a="http://schemas.openxmlformats.org/drawingml/2006/main">
            <a:off x="4429125" y="1708785"/>
            <a:ext cx="3238500" cy="1097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5850" b="1">
                <a:solidFill>
                  <a:srgbClr val="013070"/>
                </a:solidFill>
                <a:latin typeface="IBM Plex Sans Arabic"/>
                <a:ea typeface="IBM Plex Sans Arabic"/>
                <a:cs typeface="IBM Plex Sans Arabic"/>
              </a:defRPr>
            </a:pPr>
            <a:r>
              <a:rPr sz="5850" b="1">
                <a:solidFill>
                  <a:srgbClr val="013070"/>
                </a:solidFill>
                <a:latin typeface="IBM Plex Sans Arabic"/>
                <a:ea typeface="IBM Plex Sans Arabic"/>
                <a:cs typeface="IBM Plex Sans Arabic"/>
              </a:rPr>
              <a:t>3</a:t>
            </a:r>
          </a:p>
        </p:txBody>
      </p:sp>
      <p:sp>
        <p:nvSpPr>
          <p:cNvPr id="7" name="مدارس">
            <a:extLst xmlns:a="http://schemas.openxmlformats.org/drawingml/2006/main">
              <a:ext uri="{FF2B5EF4-FFF2-40B4-BE49-F238E27FC236}">
                <a16:creationId xmlns:a16="http://schemas.microsoft.com/office/drawing/2014/main" id="{0339865C-F375-4C54-8815-FC21C26FF4FD}"/>
              </a:ext>
            </a:extLst>
          </p:cNvPr>
          <p:cNvSpPr>
            <a:spLocks xmlns:a="http://schemas.openxmlformats.org/drawingml/2006/main" noGrp="1"/>
          </p:cNvSpPr>
          <p:nvPr/>
        </p:nvSpPr>
        <p:spPr>
          <a:xfrm xmlns:a="http://schemas.openxmlformats.org/drawingml/2006/main">
            <a:off x="4429125" y="2724150"/>
            <a:ext cx="323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2400" b="1">
                <a:solidFill>
                  <a:srgbClr val="C8A04C"/>
                </a:solidFill>
                <a:latin typeface="IBM Plex Sans Arabic"/>
                <a:ea typeface="IBM Plex Sans Arabic"/>
                <a:cs typeface="IBM Plex Sans Arabic"/>
              </a:defRPr>
            </a:pPr>
            <a:r>
              <a:rPr sz="2400" b="1">
                <a:solidFill>
                  <a:srgbClr val="C8A04C"/>
                </a:solidFill>
                <a:latin typeface="IBM Plex Sans Arabic"/>
                <a:ea typeface="IBM Plex Sans Arabic"/>
                <a:cs typeface="IBM Plex Sans Arabic"/>
              </a:rPr>
              <a:t>مدارس</a:t>
            </a:r>
          </a:p>
        </p:txBody>
      </p:sp>
      <p:sp>
        <p:nvSpPr>
          <p:cNvPr id="8" name="6">
            <a:extLst xmlns:a="http://schemas.openxmlformats.org/drawingml/2006/main">
              <a:ext uri="{FF2B5EF4-FFF2-40B4-BE49-F238E27FC236}">
                <a16:creationId xmlns:a16="http://schemas.microsoft.com/office/drawing/2014/main" id="{216D9994-53AB-447E-8D0E-6734F71431A1}"/>
              </a:ext>
            </a:extLst>
          </p:cNvPr>
          <p:cNvSpPr>
            <a:spLocks xmlns:a="http://schemas.openxmlformats.org/drawingml/2006/main" noGrp="1"/>
          </p:cNvSpPr>
          <p:nvPr/>
        </p:nvSpPr>
        <p:spPr>
          <a:xfrm xmlns:a="http://schemas.openxmlformats.org/drawingml/2006/main">
            <a:off x="666750" y="1708785"/>
            <a:ext cx="3238500" cy="1097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5850" b="1">
                <a:solidFill>
                  <a:srgbClr val="013070"/>
                </a:solidFill>
                <a:latin typeface="IBM Plex Sans Arabic"/>
                <a:ea typeface="IBM Plex Sans Arabic"/>
                <a:cs typeface="IBM Plex Sans Arabic"/>
              </a:defRPr>
            </a:pPr>
            <a:r>
              <a:rPr sz="5850" b="1">
                <a:solidFill>
                  <a:srgbClr val="013070"/>
                </a:solidFill>
                <a:latin typeface="IBM Plex Sans Arabic"/>
                <a:ea typeface="IBM Plex Sans Arabic"/>
                <a:cs typeface="IBM Plex Sans Arabic"/>
              </a:rPr>
              <a:t>6</a:t>
            </a:r>
          </a:p>
        </p:txBody>
      </p:sp>
      <p:sp>
        <p:nvSpPr>
          <p:cNvPr id="9" name="أسابيع">
            <a:extLst xmlns:a="http://schemas.openxmlformats.org/drawingml/2006/main">
              <a:ext uri="{FF2B5EF4-FFF2-40B4-BE49-F238E27FC236}">
                <a16:creationId xmlns:a16="http://schemas.microsoft.com/office/drawing/2014/main" id="{18346EC2-3A8A-4C31-8DEF-01A40DB25A35}"/>
              </a:ext>
            </a:extLst>
          </p:cNvPr>
          <p:cNvSpPr>
            <a:spLocks xmlns:a="http://schemas.openxmlformats.org/drawingml/2006/main" noGrp="1"/>
          </p:cNvSpPr>
          <p:nvPr/>
        </p:nvSpPr>
        <p:spPr>
          <a:xfrm xmlns:a="http://schemas.openxmlformats.org/drawingml/2006/main">
            <a:off x="666750" y="2724150"/>
            <a:ext cx="323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2400" b="1">
                <a:solidFill>
                  <a:srgbClr val="C8A04C"/>
                </a:solidFill>
                <a:latin typeface="IBM Plex Sans Arabic"/>
                <a:ea typeface="IBM Plex Sans Arabic"/>
                <a:cs typeface="IBM Plex Sans Arabic"/>
              </a:defRPr>
            </a:pPr>
            <a:r>
              <a:rPr sz="2400" b="1">
                <a:solidFill>
                  <a:srgbClr val="C8A04C"/>
                </a:solidFill>
                <a:latin typeface="IBM Plex Sans Arabic"/>
                <a:ea typeface="IBM Plex Sans Arabic"/>
                <a:cs typeface="IBM Plex Sans Arabic"/>
              </a:rPr>
              <a:t>أسابيع</a:t>
            </a:r>
          </a:p>
        </p:txBody>
      </p:sp>
      <p:sp>
        <p:nvSpPr>
          <p:cNvPr id="10" name="">
            <a:extLst xmlns:a="http://schemas.openxmlformats.org/drawingml/2006/main">
              <a:ext uri="{FF2B5EF4-FFF2-40B4-BE49-F238E27FC236}">
                <a16:creationId xmlns:a16="http://schemas.microsoft.com/office/drawing/2014/main" id="{9AE5B908-DED6-4449-BB40-0D17C0E375CD}"/>
              </a:ext>
            </a:extLst>
          </p:cNvPr>
          <p:cNvSpPr>
            <a:spLocks xmlns:a="http://schemas.openxmlformats.org/drawingml/2006/main" noGrp="1"/>
          </p:cNvSpPr>
          <p:nvPr/>
        </p:nvSpPr>
        <p:spPr>
          <a:xfrm xmlns:a="http://schemas.openxmlformats.org/drawingml/2006/main">
            <a:off x="2667000" y="3476625"/>
            <a:ext cx="8810625" cy="552450"/>
          </a:xfrm>
          <a:prstGeom xmlns:a="http://schemas.openxmlformats.org/drawingml/2006/main" prst="roundRect">
            <a:avLst>
              <a:gd name="adj" fmla="val 13793"/>
            </a:avLst>
          </a:prstGeom>
          <a:solidFill xmlns:a="http://schemas.openxmlformats.org/drawingml/2006/main">
            <a:srgbClr val="013070"/>
          </a:solidFill>
          <a:ln xmlns:a="http://schemas.openxmlformats.org/drawingml/2006/main" w="12383">
            <a:solidFill>
              <a:srgbClr val="013070"/>
            </a:solidFill>
          </a:ln>
        </p:spPr>
      </p:sp>
      <p:sp>
        <p:nvSpPr>
          <p:cNvPr id="11" name="نقيس قبل الاستخدام وبعده">
            <a:extLst xmlns:a="http://schemas.openxmlformats.org/drawingml/2006/main">
              <a:ext uri="{FF2B5EF4-FFF2-40B4-BE49-F238E27FC236}">
                <a16:creationId xmlns:a16="http://schemas.microsoft.com/office/drawing/2014/main" id="{1E79C648-1F83-4C51-8A7E-CECA29EAC9C4}"/>
              </a:ext>
            </a:extLst>
          </p:cNvPr>
          <p:cNvSpPr>
            <a:spLocks xmlns:a="http://schemas.openxmlformats.org/drawingml/2006/main" noGrp="1"/>
          </p:cNvSpPr>
          <p:nvPr/>
        </p:nvSpPr>
        <p:spPr>
          <a:xfrm xmlns:a="http://schemas.openxmlformats.org/drawingml/2006/main">
            <a:off x="2857500" y="3539490"/>
            <a:ext cx="8429625" cy="4171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2025" b="1">
                <a:solidFill>
                  <a:srgbClr val="FFFFFF"/>
                </a:solidFill>
                <a:latin typeface="IBM Plex Sans Arabic"/>
                <a:ea typeface="IBM Plex Sans Arabic"/>
                <a:cs typeface="IBM Plex Sans Arabic"/>
              </a:defRPr>
            </a:pPr>
            <a:r>
              <a:rPr sz="2025" b="1">
                <a:solidFill>
                  <a:srgbClr val="FFFFFF"/>
                </a:solidFill>
                <a:latin typeface="IBM Plex Sans Arabic"/>
                <a:ea typeface="IBM Plex Sans Arabic"/>
                <a:cs typeface="IBM Plex Sans Arabic"/>
              </a:rPr>
              <a:t>نقيس قبل الاستخدام وبعده</a:t>
            </a:r>
          </a:p>
        </p:txBody>
      </p:sp>
      <p:sp>
        <p:nvSpPr>
          <p:cNvPr id="12" name="">
            <a:extLst xmlns:a="http://schemas.openxmlformats.org/drawingml/2006/main">
              <a:ext uri="{FF2B5EF4-FFF2-40B4-BE49-F238E27FC236}">
                <a16:creationId xmlns:a16="http://schemas.microsoft.com/office/drawing/2014/main" id="{B857F2F9-EA22-4E11-82C5-D02724523B0E}"/>
              </a:ext>
            </a:extLst>
          </p:cNvPr>
          <p:cNvSpPr>
            <a:spLocks xmlns:a="http://schemas.openxmlformats.org/drawingml/2006/main" noGrp="1"/>
          </p:cNvSpPr>
          <p:nvPr/>
        </p:nvSpPr>
        <p:spPr>
          <a:xfrm xmlns:a="http://schemas.openxmlformats.org/drawingml/2006/main">
            <a:off x="7953375" y="4391025"/>
            <a:ext cx="323850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12383">
            <a:solidFill>
              <a:srgbClr val="D4DEE9"/>
            </a:solidFill>
          </a:ln>
        </p:spPr>
      </p:sp>
      <p:sp>
        <p:nvSpPr>
          <p:cNvPr id="13" name="70 طالبًا">
            <a:extLst xmlns:a="http://schemas.openxmlformats.org/drawingml/2006/main">
              <a:ext uri="{FF2B5EF4-FFF2-40B4-BE49-F238E27FC236}">
                <a16:creationId xmlns:a16="http://schemas.microsoft.com/office/drawing/2014/main" id="{85A7414B-A455-485E-8C6A-BD8EFF38F5E8}"/>
              </a:ext>
            </a:extLst>
          </p:cNvPr>
          <p:cNvSpPr>
            <a:spLocks xmlns:a="http://schemas.openxmlformats.org/drawingml/2006/main" noGrp="1"/>
          </p:cNvSpPr>
          <p:nvPr/>
        </p:nvSpPr>
        <p:spPr>
          <a:xfrm xmlns:a="http://schemas.openxmlformats.org/drawingml/2006/main">
            <a:off x="8096250" y="4504373"/>
            <a:ext cx="2952750" cy="563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2850" b="1">
                <a:solidFill>
                  <a:srgbClr val="013070"/>
                </a:solidFill>
                <a:latin typeface="IBM Plex Sans Arabic"/>
                <a:ea typeface="IBM Plex Sans Arabic"/>
                <a:cs typeface="IBM Plex Sans Arabic"/>
              </a:defRPr>
            </a:pPr>
            <a:r>
              <a:rPr sz="2850" b="1">
                <a:solidFill>
                  <a:srgbClr val="013070"/>
                </a:solidFill>
                <a:latin typeface="IBM Plex Sans Arabic"/>
                <a:ea typeface="IBM Plex Sans Arabic"/>
                <a:cs typeface="IBM Plex Sans Arabic"/>
              </a:rPr>
              <a:t>70 طالبًا</a:t>
            </a:r>
          </a:p>
        </p:txBody>
      </p:sp>
      <p:sp>
        <p:nvSpPr>
          <p:cNvPr id="14" name="يكملون مقارنة موثقة">
            <a:extLst xmlns:a="http://schemas.openxmlformats.org/drawingml/2006/main">
              <a:ext uri="{FF2B5EF4-FFF2-40B4-BE49-F238E27FC236}">
                <a16:creationId xmlns:a16="http://schemas.microsoft.com/office/drawing/2014/main" id="{EAE65638-F6D9-4A57-91C4-4DB9712871F4}"/>
              </a:ext>
            </a:extLst>
          </p:cNvPr>
          <p:cNvSpPr>
            <a:spLocks xmlns:a="http://schemas.openxmlformats.org/drawingml/2006/main" noGrp="1"/>
          </p:cNvSpPr>
          <p:nvPr/>
        </p:nvSpPr>
        <p:spPr>
          <a:xfrm xmlns:a="http://schemas.openxmlformats.org/drawingml/2006/main">
            <a:off x="8124825" y="5095875"/>
            <a:ext cx="289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1575" b="0">
                <a:solidFill>
                  <a:srgbClr val="53657C"/>
                </a:solidFill>
                <a:latin typeface="IBM Plex Sans Arabic"/>
                <a:ea typeface="IBM Plex Sans Arabic"/>
                <a:cs typeface="IBM Plex Sans Arabic"/>
              </a:defRPr>
            </a:pPr>
            <a:r>
              <a:rPr sz="1575" b="0">
                <a:solidFill>
                  <a:srgbClr val="53657C"/>
                </a:solidFill>
                <a:latin typeface="IBM Plex Sans Arabic"/>
                <a:ea typeface="IBM Plex Sans Arabic"/>
                <a:cs typeface="IBM Plex Sans Arabic"/>
              </a:rPr>
              <a:t>يكملون مقارنة موثقة</a:t>
            </a:r>
          </a:p>
        </p:txBody>
      </p:sp>
      <p:sp>
        <p:nvSpPr>
          <p:cNvPr id="15" name="">
            <a:extLst xmlns:a="http://schemas.openxmlformats.org/drawingml/2006/main">
              <a:ext uri="{FF2B5EF4-FFF2-40B4-BE49-F238E27FC236}">
                <a16:creationId xmlns:a16="http://schemas.microsoft.com/office/drawing/2014/main" id="{7C72F107-D3F6-4A0B-8BD7-244C81B6B9E2}"/>
              </a:ext>
            </a:extLst>
          </p:cNvPr>
          <p:cNvSpPr>
            <a:spLocks xmlns:a="http://schemas.openxmlformats.org/drawingml/2006/main" noGrp="1"/>
          </p:cNvSpPr>
          <p:nvPr/>
        </p:nvSpPr>
        <p:spPr>
          <a:xfrm xmlns:a="http://schemas.openxmlformats.org/drawingml/2006/main">
            <a:off x="4333875" y="4391025"/>
            <a:ext cx="323850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12383">
            <a:solidFill>
              <a:srgbClr val="D4DEE9"/>
            </a:solidFill>
          </a:ln>
        </p:spPr>
      </p:sp>
      <p:sp>
        <p:nvSpPr>
          <p:cNvPr id="16" name="+1 نقطة">
            <a:extLst xmlns:a="http://schemas.openxmlformats.org/drawingml/2006/main">
              <a:ext uri="{FF2B5EF4-FFF2-40B4-BE49-F238E27FC236}">
                <a16:creationId xmlns:a16="http://schemas.microsoft.com/office/drawing/2014/main" id="{9D90F4E6-CE72-4648-9EDF-D28C48F6F933}"/>
              </a:ext>
            </a:extLst>
          </p:cNvPr>
          <p:cNvSpPr>
            <a:spLocks xmlns:a="http://schemas.openxmlformats.org/drawingml/2006/main" noGrp="1"/>
          </p:cNvSpPr>
          <p:nvPr/>
        </p:nvSpPr>
        <p:spPr>
          <a:xfrm xmlns:a="http://schemas.openxmlformats.org/drawingml/2006/main">
            <a:off x="4476750" y="4504373"/>
            <a:ext cx="2952750" cy="563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2850" b="1">
                <a:solidFill>
                  <a:srgbClr val="013070"/>
                </a:solidFill>
                <a:latin typeface="IBM Plex Sans Arabic"/>
                <a:ea typeface="IBM Plex Sans Arabic"/>
                <a:cs typeface="IBM Plex Sans Arabic"/>
              </a:defRPr>
            </a:pPr>
            <a:r>
              <a:rPr sz="2850" b="1">
                <a:solidFill>
                  <a:srgbClr val="013070"/>
                </a:solidFill>
                <a:latin typeface="IBM Plex Sans Arabic"/>
                <a:ea typeface="IBM Plex Sans Arabic"/>
                <a:cs typeface="IBM Plex Sans Arabic"/>
              </a:rPr>
              <a:t>+1 نقطة</a:t>
            </a:r>
          </a:p>
        </p:txBody>
      </p:sp>
      <p:sp>
        <p:nvSpPr>
          <p:cNvPr id="17" name="تحسن وضوح ذاتي">
            <a:extLst xmlns:a="http://schemas.openxmlformats.org/drawingml/2006/main">
              <a:ext uri="{FF2B5EF4-FFF2-40B4-BE49-F238E27FC236}">
                <a16:creationId xmlns:a16="http://schemas.microsoft.com/office/drawing/2014/main" id="{FF3BC6D7-946B-4F19-881E-E8F46C3901DD}"/>
              </a:ext>
            </a:extLst>
          </p:cNvPr>
          <p:cNvSpPr>
            <a:spLocks xmlns:a="http://schemas.openxmlformats.org/drawingml/2006/main" noGrp="1"/>
          </p:cNvSpPr>
          <p:nvPr/>
        </p:nvSpPr>
        <p:spPr>
          <a:xfrm xmlns:a="http://schemas.openxmlformats.org/drawingml/2006/main">
            <a:off x="4505325" y="5095875"/>
            <a:ext cx="289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1575" b="0">
                <a:solidFill>
                  <a:srgbClr val="53657C"/>
                </a:solidFill>
                <a:latin typeface="IBM Plex Sans Arabic"/>
                <a:ea typeface="IBM Plex Sans Arabic"/>
                <a:cs typeface="IBM Plex Sans Arabic"/>
              </a:defRPr>
            </a:pPr>
            <a:r>
              <a:rPr sz="1575" b="0">
                <a:solidFill>
                  <a:srgbClr val="53657C"/>
                </a:solidFill>
                <a:latin typeface="IBM Plex Sans Arabic"/>
                <a:ea typeface="IBM Plex Sans Arabic"/>
                <a:cs typeface="IBM Plex Sans Arabic"/>
              </a:rPr>
              <a:t>تحسن وضوح ذاتي</a:t>
            </a:r>
          </a:p>
        </p:txBody>
      </p:sp>
      <p:sp>
        <p:nvSpPr>
          <p:cNvPr id="18" name="">
            <a:extLst xmlns:a="http://schemas.openxmlformats.org/drawingml/2006/main">
              <a:ext uri="{FF2B5EF4-FFF2-40B4-BE49-F238E27FC236}">
                <a16:creationId xmlns:a16="http://schemas.microsoft.com/office/drawing/2014/main" id="{646BD325-BB15-49BE-8311-8ACE38D93323}"/>
              </a:ext>
            </a:extLst>
          </p:cNvPr>
          <p:cNvSpPr>
            <a:spLocks xmlns:a="http://schemas.openxmlformats.org/drawingml/2006/main" noGrp="1"/>
          </p:cNvSpPr>
          <p:nvPr/>
        </p:nvSpPr>
        <p:spPr>
          <a:xfrm xmlns:a="http://schemas.openxmlformats.org/drawingml/2006/main">
            <a:off x="714375" y="4391025"/>
            <a:ext cx="323850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12383">
            <a:solidFill>
              <a:srgbClr val="D4DEE9"/>
            </a:solidFill>
          </a:ln>
        </p:spPr>
      </p:sp>
      <p:sp>
        <p:nvSpPr>
          <p:cNvPr id="19" name="مؤسستان">
            <a:extLst xmlns:a="http://schemas.openxmlformats.org/drawingml/2006/main">
              <a:ext uri="{FF2B5EF4-FFF2-40B4-BE49-F238E27FC236}">
                <a16:creationId xmlns:a16="http://schemas.microsoft.com/office/drawing/2014/main" id="{44F9598C-9212-4B2C-8217-69016C606A02}"/>
              </a:ext>
            </a:extLst>
          </p:cNvPr>
          <p:cNvSpPr>
            <a:spLocks xmlns:a="http://schemas.openxmlformats.org/drawingml/2006/main" noGrp="1"/>
          </p:cNvSpPr>
          <p:nvPr/>
        </p:nvSpPr>
        <p:spPr>
          <a:xfrm xmlns:a="http://schemas.openxmlformats.org/drawingml/2006/main">
            <a:off x="857250" y="4504373"/>
            <a:ext cx="2952750" cy="563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2850" b="1">
                <a:solidFill>
                  <a:srgbClr val="013070"/>
                </a:solidFill>
                <a:latin typeface="IBM Plex Sans Arabic"/>
                <a:ea typeface="IBM Plex Sans Arabic"/>
                <a:cs typeface="IBM Plex Sans Arabic"/>
              </a:defRPr>
            </a:pPr>
            <a:r>
              <a:rPr sz="2850" b="1">
                <a:solidFill>
                  <a:srgbClr val="013070"/>
                </a:solidFill>
                <a:latin typeface="IBM Plex Sans Arabic"/>
                <a:ea typeface="IBM Plex Sans Arabic"/>
                <a:cs typeface="IBM Plex Sans Arabic"/>
              </a:rPr>
              <a:t>مؤسستان</a:t>
            </a:r>
          </a:p>
        </p:txBody>
      </p:sp>
      <p:sp>
        <p:nvSpPr>
          <p:cNvPr id="20" name="تبدآن تجربة مدفوعة">
            <a:extLst xmlns:a="http://schemas.openxmlformats.org/drawingml/2006/main">
              <a:ext uri="{FF2B5EF4-FFF2-40B4-BE49-F238E27FC236}">
                <a16:creationId xmlns:a16="http://schemas.microsoft.com/office/drawing/2014/main" id="{2C397E2D-B447-4E9B-A82C-89EDE96797D9}"/>
              </a:ext>
            </a:extLst>
          </p:cNvPr>
          <p:cNvSpPr>
            <a:spLocks xmlns:a="http://schemas.openxmlformats.org/drawingml/2006/main" noGrp="1"/>
          </p:cNvSpPr>
          <p:nvPr/>
        </p:nvSpPr>
        <p:spPr>
          <a:xfrm xmlns:a="http://schemas.openxmlformats.org/drawingml/2006/main">
            <a:off x="885825" y="5095875"/>
            <a:ext cx="289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1575" b="0">
                <a:solidFill>
                  <a:srgbClr val="53657C"/>
                </a:solidFill>
                <a:latin typeface="IBM Plex Sans Arabic"/>
                <a:ea typeface="IBM Plex Sans Arabic"/>
                <a:cs typeface="IBM Plex Sans Arabic"/>
              </a:defRPr>
            </a:pPr>
            <a:r>
              <a:rPr sz="1575" b="0">
                <a:solidFill>
                  <a:srgbClr val="53657C"/>
                </a:solidFill>
                <a:latin typeface="IBM Plex Sans Arabic"/>
                <a:ea typeface="IBM Plex Sans Arabic"/>
                <a:cs typeface="IBM Plex Sans Arabic"/>
              </a:rPr>
              <a:t>تبدآن تجربة مدفوعة</a:t>
            </a:r>
          </a:p>
        </p:txBody>
      </p:sp>
      <p:sp>
        <p:nvSpPr>
          <p:cNvPr id="21" name="أهداف تجربة معلنة، وليست نتائج محققة  •  إذا ">
            <a:extLst xmlns:a="http://schemas.openxmlformats.org/drawingml/2006/main">
              <a:ext uri="{FF2B5EF4-FFF2-40B4-BE49-F238E27FC236}">
                <a16:creationId xmlns:a16="http://schemas.microsoft.com/office/drawing/2014/main" id="{8048F5F9-C27B-4535-B729-CF827D889C22}"/>
              </a:ext>
            </a:extLst>
          </p:cNvPr>
          <p:cNvSpPr>
            <a:spLocks xmlns:a="http://schemas.openxmlformats.org/drawingml/2006/main" noGrp="1"/>
          </p:cNvSpPr>
          <p:nvPr/>
        </p:nvSpPr>
        <p:spPr>
          <a:xfrm xmlns:a="http://schemas.openxmlformats.org/drawingml/2006/main">
            <a:off x="1143000" y="5857875"/>
            <a:ext cx="10334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1425" b="0">
                <a:solidFill>
                  <a:srgbClr val="53657C"/>
                </a:solidFill>
                <a:latin typeface="IBM Plex Sans Arabic"/>
                <a:ea typeface="IBM Plex Sans Arabic"/>
                <a:cs typeface="IBM Plex Sans Arabic"/>
              </a:defRPr>
            </a:pPr>
            <a:r>
              <a:rPr sz="1425" b="0">
                <a:solidFill>
                  <a:srgbClr val="53657C"/>
                </a:solidFill>
                <a:latin typeface="IBM Plex Sans Arabic"/>
                <a:ea typeface="IBM Plex Sans Arabic"/>
                <a:cs typeface="IBM Plex Sans Arabic"/>
              </a:rPr>
              <a:t>أهداف تجربة معلنة، وليست نتائج محققة  •  إذا لم تتحقق نعدّل قبل التوسع</a:t>
            </a:r>
          </a:p>
        </p:txBody>
      </p:sp>
    </p:spTree>
    <p:extLst>
      <p:ext uri="{BB962C8B-B14F-4D97-AF65-F5344CB8AC3E}">
        <p14:creationId xmlns:p14="http://schemas.microsoft.com/office/powerpoint/2010/main" val="1750220085"/>
      </p:ext>
    </p:extLst>
  </p:cSld>
</p:sld>
</file>

<file path=ppt/slides/slide10.xml><?xml version="1.0" encoding="utf-8"?>
<p:sld xmlns:p="http://schemas.openxmlformats.org/presentationml/2006/main">
  <p:cSld>
    <p:bg>
      <p:bgPr>
        <a:solidFill xmlns:a="http://schemas.openxmlformats.org/drawingml/2006/main">
          <a:srgbClr val="011F4D"/>
        </a:solidFill>
      </p:bgPr>
    </p:bg>
    <p:spTree>
      <p:nvGrpSpPr>
        <p:cNvPr id="1" name=""/>
        <p:cNvGrpSpPr/>
        <p:nvPr/>
      </p:nvGrpSpPr>
      <p:grpSpPr>
        <a:xfrm xmlns:a="http://schemas.openxmlformats.org/drawingml/2006/main"/>
      </p:grpSpPr>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8a0f81e9713144fc"/>
          <a:stretch xmlns:a="http://schemas.openxmlformats.org/drawingml/2006/main"/>
        </p:blipFill>
        <p:spPr>
          <a:xfrm xmlns:a="http://schemas.openxmlformats.org/drawingml/2006/main">
            <a:off x="11125200" y="400050"/>
            <a:ext cx="552450" cy="552450"/>
          </a:xfrm>
          <a:prstGeom xmlns:a="http://schemas.openxmlformats.org/drawingml/2006/main" prst="rect">
            <a:avLst/>
          </a:prstGeom>
        </p:spPr>
      </p:pic>
      <p:sp>
        <p:nvSpPr>
          <p:cNvPr id="2" name="من نسخة عاملة إلى خدمة قابلة للتبنّي">
            <a:extLst xmlns:a="http://schemas.openxmlformats.org/drawingml/2006/main">
              <a:ext uri="{FF2B5EF4-FFF2-40B4-BE49-F238E27FC236}">
                <a16:creationId xmlns:a16="http://schemas.microsoft.com/office/drawing/2014/main" id="{161C417E-F521-4E51-9CC9-BE1EEDD48E7E}"/>
              </a:ext>
            </a:extLst>
          </p:cNvPr>
          <p:cNvSpPr>
            <a:spLocks xmlns:a="http://schemas.openxmlformats.org/drawingml/2006/main" noGrp="1"/>
          </p:cNvSpPr>
          <p:nvPr/>
        </p:nvSpPr>
        <p:spPr>
          <a:xfrm xmlns:a="http://schemas.openxmlformats.org/drawingml/2006/main">
            <a:off x="571500" y="476250"/>
            <a:ext cx="1028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14000"/>
              </a:lnSpc>
              <a:buNone/>
              <a:defRPr sz="3150" b="1">
                <a:solidFill>
                  <a:srgbClr val="FFFFFF"/>
                </a:solidFill>
                <a:latin typeface="IBM Plex Sans Arabic"/>
                <a:ea typeface="IBM Plex Sans Arabic"/>
                <a:cs typeface="IBM Plex Sans Arabic"/>
              </a:defRPr>
            </a:pPr>
            <a:r>
              <a:rPr sz="3150" b="1">
                <a:solidFill>
                  <a:srgbClr val="FFFFFF"/>
                </a:solidFill>
                <a:latin typeface="IBM Plex Sans Arabic"/>
                <a:ea typeface="IBM Plex Sans Arabic"/>
                <a:cs typeface="IBM Plex Sans Arabic"/>
              </a:rPr>
              <a:t>من نسخة عاملة إلى خدمة قابلة للتبنّي</a:t>
            </a:r>
          </a:p>
        </p:txBody>
      </p:sp>
      <p:sp>
        <p:nvSpPr>
          <p:cNvPr id="3" name="10">
            <a:extLst xmlns:a="http://schemas.openxmlformats.org/drawingml/2006/main">
              <a:ext uri="{FF2B5EF4-FFF2-40B4-BE49-F238E27FC236}">
                <a16:creationId xmlns:a16="http://schemas.microsoft.com/office/drawing/2014/main" id="{34E07825-B7BA-423F-9B74-8F67056115C3}"/>
              </a:ext>
            </a:extLst>
          </p:cNvPr>
          <p:cNvSpPr>
            <a:spLocks xmlns:a="http://schemas.openxmlformats.org/drawingml/2006/main" noGrp="1"/>
          </p:cNvSpPr>
          <p:nvPr/>
        </p:nvSpPr>
        <p:spPr>
          <a:xfrm xmlns:a="http://schemas.openxmlformats.org/drawingml/2006/main">
            <a:off x="571500" y="6376035"/>
            <a:ext cx="619125"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14000"/>
              </a:lnSpc>
              <a:buNone/>
              <a:defRPr sz="1350" b="0">
                <a:solidFill>
                  <a:srgbClr val="D1DEED"/>
                </a:solidFill>
                <a:latin typeface="IBM Plex Sans Arabic"/>
                <a:ea typeface="IBM Plex Sans Arabic"/>
                <a:cs typeface="IBM Plex Sans Arabic"/>
              </a:defRPr>
            </a:pPr>
            <a:r>
              <a:rPr sz="1350" b="0">
                <a:solidFill>
                  <a:srgbClr val="D1DEED"/>
                </a:solidFill>
                <a:latin typeface="IBM Plex Sans Arabic"/>
                <a:ea typeface="IBM Plex Sans Arabic"/>
                <a:cs typeface="IBM Plex Sans Arabic"/>
              </a:rPr>
              <a:t>10</a:t>
            </a:r>
          </a:p>
        </p:txBody>
      </p:sp>
      <p:sp>
        <p:nvSpPr>
          <p:cNvPr id="4" name="">
            <a:extLst xmlns:a="http://schemas.openxmlformats.org/drawingml/2006/main">
              <a:ext uri="{FF2B5EF4-FFF2-40B4-BE49-F238E27FC236}">
                <a16:creationId xmlns:a16="http://schemas.microsoft.com/office/drawing/2014/main" id="{5BB4DDC0-E259-4A6B-965D-87A008D8DF04}"/>
              </a:ext>
            </a:extLst>
          </p:cNvPr>
          <p:cNvSpPr>
            <a:spLocks xmlns:a="http://schemas.openxmlformats.org/drawingml/2006/main" noGrp="1"/>
          </p:cNvSpPr>
          <p:nvPr/>
        </p:nvSpPr>
        <p:spPr>
          <a:xfrm xmlns:a="http://schemas.openxmlformats.org/drawingml/2006/main">
            <a:off x="8143875" y="1724025"/>
            <a:ext cx="3333750" cy="3028950"/>
          </a:xfrm>
          <a:prstGeom xmlns:a="http://schemas.openxmlformats.org/drawingml/2006/main" prst="roundRect">
            <a:avLst>
              <a:gd name="adj" fmla="val 2516"/>
            </a:avLst>
          </a:prstGeom>
          <a:solidFill xmlns:a="http://schemas.openxmlformats.org/drawingml/2006/main">
            <a:srgbClr val="123D76"/>
          </a:solidFill>
          <a:ln xmlns:a="http://schemas.openxmlformats.org/drawingml/2006/main" w="12383">
            <a:solidFill>
              <a:srgbClr val="58749B"/>
            </a:solidFill>
          </a:ln>
        </p:spPr>
      </p:sp>
      <p:sp>
        <p:nvSpPr>
          <p:cNvPr id="5" name="">
            <a:extLst xmlns:a="http://schemas.openxmlformats.org/drawingml/2006/main">
              <a:ext uri="{FF2B5EF4-FFF2-40B4-BE49-F238E27FC236}">
                <a16:creationId xmlns:a16="http://schemas.microsoft.com/office/drawing/2014/main" id="{CA996FDD-73F8-49C2-9659-65D80C6E295D}"/>
              </a:ext>
            </a:extLst>
          </p:cNvPr>
          <p:cNvSpPr>
            <a:spLocks xmlns:a="http://schemas.openxmlformats.org/drawingml/2006/main" noGrp="1"/>
          </p:cNvSpPr>
          <p:nvPr/>
        </p:nvSpPr>
        <p:spPr>
          <a:xfrm xmlns:a="http://schemas.openxmlformats.org/drawingml/2006/main">
            <a:off x="8810625" y="1924050"/>
            <a:ext cx="2000250" cy="381000"/>
          </a:xfrm>
          <a:prstGeom xmlns:a="http://schemas.openxmlformats.org/drawingml/2006/main" prst="roundRect">
            <a:avLst>
              <a:gd name="adj" fmla="val 20000"/>
            </a:avLst>
          </a:prstGeom>
          <a:solidFill xmlns:a="http://schemas.openxmlformats.org/drawingml/2006/main">
            <a:srgbClr val="123D76"/>
          </a:solidFill>
          <a:ln xmlns:a="http://schemas.openxmlformats.org/drawingml/2006/main" w="12383">
            <a:solidFill>
              <a:srgbClr val="58749B"/>
            </a:solidFill>
          </a:ln>
        </p:spPr>
      </p:sp>
      <p:sp>
        <p:nvSpPr>
          <p:cNvPr id="6" name="اليوم">
            <a:extLst xmlns:a="http://schemas.openxmlformats.org/drawingml/2006/main">
              <a:ext uri="{FF2B5EF4-FFF2-40B4-BE49-F238E27FC236}">
                <a16:creationId xmlns:a16="http://schemas.microsoft.com/office/drawing/2014/main" id="{FA7E3849-8DE9-45D6-A3E0-4AFE10127781}"/>
              </a:ext>
            </a:extLst>
          </p:cNvPr>
          <p:cNvSpPr>
            <a:spLocks xmlns:a="http://schemas.openxmlformats.org/drawingml/2006/main" noGrp="1"/>
          </p:cNvSpPr>
          <p:nvPr/>
        </p:nvSpPr>
        <p:spPr>
          <a:xfrm xmlns:a="http://schemas.openxmlformats.org/drawingml/2006/main">
            <a:off x="8905875" y="1951673"/>
            <a:ext cx="1809750"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1350" b="1">
                <a:solidFill>
                  <a:srgbClr val="FFFFFF"/>
                </a:solidFill>
                <a:latin typeface="IBM Plex Sans Arabic"/>
                <a:ea typeface="IBM Plex Sans Arabic"/>
                <a:cs typeface="IBM Plex Sans Arabic"/>
              </a:defRPr>
            </a:pPr>
            <a:r>
              <a:rPr sz="1350" b="1">
                <a:solidFill>
                  <a:srgbClr val="FFFFFF"/>
                </a:solidFill>
                <a:latin typeface="IBM Plex Sans Arabic"/>
                <a:ea typeface="IBM Plex Sans Arabic"/>
                <a:cs typeface="IBM Plex Sans Arabic"/>
              </a:rPr>
              <a:t>اليوم</a:t>
            </a:r>
          </a:p>
        </p:txBody>
      </p:sp>
      <p:sp>
        <p:nvSpPr>
          <p:cNvPr id="7" name="نسخة ويب عاملة">
            <a:extLst xmlns:a="http://schemas.openxmlformats.org/drawingml/2006/main">
              <a:ext uri="{FF2B5EF4-FFF2-40B4-BE49-F238E27FC236}">
                <a16:creationId xmlns:a16="http://schemas.microsoft.com/office/drawing/2014/main" id="{12211E59-9E85-4329-A923-157C9EDFC576}"/>
              </a:ext>
            </a:extLst>
          </p:cNvPr>
          <p:cNvSpPr>
            <a:spLocks xmlns:a="http://schemas.openxmlformats.org/drawingml/2006/main" noGrp="1"/>
          </p:cNvSpPr>
          <p:nvPr/>
        </p:nvSpPr>
        <p:spPr>
          <a:xfrm xmlns:a="http://schemas.openxmlformats.org/drawingml/2006/main">
            <a:off x="8334375" y="2514600"/>
            <a:ext cx="295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2250" b="1">
                <a:solidFill>
                  <a:srgbClr val="C8A04C"/>
                </a:solidFill>
                <a:latin typeface="IBM Plex Sans Arabic"/>
                <a:ea typeface="IBM Plex Sans Arabic"/>
                <a:cs typeface="IBM Plex Sans Arabic"/>
              </a:defRPr>
            </a:pPr>
            <a:r>
              <a:rPr sz="2250" b="1">
                <a:solidFill>
                  <a:srgbClr val="C8A04C"/>
                </a:solidFill>
                <a:latin typeface="IBM Plex Sans Arabic"/>
                <a:ea typeface="IBM Plex Sans Arabic"/>
                <a:cs typeface="IBM Plex Sans Arabic"/>
              </a:rPr>
              <a:t>نسخة ويب عاملة</a:t>
            </a:r>
          </a:p>
        </p:txBody>
      </p:sp>
      <p:sp>
        <p:nvSpPr>
          <p:cNvPr id="8" name="عربي وإنجليزي&#10;لقطة بيانات موثقة&#10;وشاشات حقيقية">
            <a:extLst xmlns:a="http://schemas.openxmlformats.org/drawingml/2006/main">
              <a:ext uri="{FF2B5EF4-FFF2-40B4-BE49-F238E27FC236}">
                <a16:creationId xmlns:a16="http://schemas.microsoft.com/office/drawing/2014/main" id="{4F8C8D65-CF0F-4BC0-BE69-A0144D081053}"/>
              </a:ext>
            </a:extLst>
          </p:cNvPr>
          <p:cNvSpPr>
            <a:spLocks xmlns:a="http://schemas.openxmlformats.org/drawingml/2006/main" noGrp="1"/>
          </p:cNvSpPr>
          <p:nvPr/>
        </p:nvSpPr>
        <p:spPr>
          <a:xfrm xmlns:a="http://schemas.openxmlformats.org/drawingml/2006/main">
            <a:off x="8382000" y="3209925"/>
            <a:ext cx="2857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1800" b="1">
                <a:solidFill>
                  <a:srgbClr val="FFFFFF"/>
                </a:solidFill>
                <a:latin typeface="IBM Plex Sans Arabic"/>
                <a:ea typeface="IBM Plex Sans Arabic"/>
                <a:cs typeface="IBM Plex Sans Arabic"/>
              </a:defRPr>
            </a:pPr>
            <a:r>
              <a:rPr sz="1800" b="1">
                <a:solidFill>
                  <a:srgbClr val="FFFFFF"/>
                </a:solidFill>
                <a:latin typeface="IBM Plex Sans Arabic"/>
                <a:ea typeface="IBM Plex Sans Arabic"/>
                <a:cs typeface="IBM Plex Sans Arabic"/>
              </a:rPr>
              <a:t>عربي وإنجليزي</a:t>
            </a:r>
          </a:p>
          <a:p xmlns:a="http://schemas.openxmlformats.org/drawingml/2006/main">
            <a:pPr algn="ctr">
              <a:lnSpc>
                <a:spcPct val="114000"/>
              </a:lnSpc>
              <a:buNone/>
              <a:defRPr sz="1800" b="1">
                <a:solidFill>
                  <a:srgbClr val="FFFFFF"/>
                </a:solidFill>
                <a:latin typeface="IBM Plex Sans Arabic"/>
                <a:ea typeface="IBM Plex Sans Arabic"/>
                <a:cs typeface="IBM Plex Sans Arabic"/>
              </a:defRPr>
            </a:pPr>
            <a:r>
              <a:rPr sz="1800" b="1">
                <a:solidFill>
                  <a:srgbClr val="FFFFFF"/>
                </a:solidFill>
                <a:latin typeface="IBM Plex Sans Arabic"/>
                <a:ea typeface="IBM Plex Sans Arabic"/>
                <a:cs typeface="IBM Plex Sans Arabic"/>
              </a:rPr>
              <a:t>لقطة بيانات موثقة</a:t>
            </a:r>
          </a:p>
          <a:p xmlns:a="http://schemas.openxmlformats.org/drawingml/2006/main">
            <a:pPr algn="ctr">
              <a:lnSpc>
                <a:spcPct val="114000"/>
              </a:lnSpc>
              <a:buNone/>
              <a:defRPr sz="1800" b="1">
                <a:solidFill>
                  <a:srgbClr val="FFFFFF"/>
                </a:solidFill>
                <a:latin typeface="IBM Plex Sans Arabic"/>
                <a:ea typeface="IBM Plex Sans Arabic"/>
                <a:cs typeface="IBM Plex Sans Arabic"/>
              </a:defRPr>
            </a:pPr>
            <a:r>
              <a:rPr sz="1800" b="1">
                <a:solidFill>
                  <a:srgbClr val="FFFFFF"/>
                </a:solidFill>
                <a:latin typeface="IBM Plex Sans Arabic"/>
                <a:ea typeface="IBM Plex Sans Arabic"/>
                <a:cs typeface="IBM Plex Sans Arabic"/>
              </a:rPr>
              <a:t>وشاشات حقيقية</a:t>
            </a:r>
          </a:p>
        </p:txBody>
      </p:sp>
      <p:sp>
        <p:nvSpPr>
          <p:cNvPr id="9" name="">
            <a:extLst xmlns:a="http://schemas.openxmlformats.org/drawingml/2006/main">
              <a:ext uri="{FF2B5EF4-FFF2-40B4-BE49-F238E27FC236}">
                <a16:creationId xmlns:a16="http://schemas.microsoft.com/office/drawing/2014/main" id="{889C27C3-DA66-4C7E-8A2E-0D836882D20C}"/>
              </a:ext>
            </a:extLst>
          </p:cNvPr>
          <p:cNvSpPr>
            <a:spLocks xmlns:a="http://schemas.openxmlformats.org/drawingml/2006/main" noGrp="1"/>
          </p:cNvSpPr>
          <p:nvPr/>
        </p:nvSpPr>
        <p:spPr>
          <a:xfrm xmlns:a="http://schemas.openxmlformats.org/drawingml/2006/main">
            <a:off x="4333875" y="1724025"/>
            <a:ext cx="3333750" cy="3028950"/>
          </a:xfrm>
          <a:prstGeom xmlns:a="http://schemas.openxmlformats.org/drawingml/2006/main" prst="roundRect">
            <a:avLst>
              <a:gd name="adj" fmla="val 2516"/>
            </a:avLst>
          </a:prstGeom>
          <a:solidFill xmlns:a="http://schemas.openxmlformats.org/drawingml/2006/main">
            <a:srgbClr val="123D76"/>
          </a:solidFill>
          <a:ln xmlns:a="http://schemas.openxmlformats.org/drawingml/2006/main" w="12383">
            <a:solidFill>
              <a:srgbClr val="58749B"/>
            </a:solidFill>
          </a:ln>
        </p:spPr>
      </p:sp>
      <p:sp>
        <p:nvSpPr>
          <p:cNvPr id="10" name="">
            <a:extLst xmlns:a="http://schemas.openxmlformats.org/drawingml/2006/main">
              <a:ext uri="{FF2B5EF4-FFF2-40B4-BE49-F238E27FC236}">
                <a16:creationId xmlns:a16="http://schemas.microsoft.com/office/drawing/2014/main" id="{A8499C99-1711-4685-822F-BD10AC415183}"/>
              </a:ext>
            </a:extLst>
          </p:cNvPr>
          <p:cNvSpPr>
            <a:spLocks xmlns:a="http://schemas.openxmlformats.org/drawingml/2006/main" noGrp="1"/>
          </p:cNvSpPr>
          <p:nvPr/>
        </p:nvSpPr>
        <p:spPr>
          <a:xfrm xmlns:a="http://schemas.openxmlformats.org/drawingml/2006/main">
            <a:off x="5000625" y="1924050"/>
            <a:ext cx="2000250" cy="381000"/>
          </a:xfrm>
          <a:prstGeom xmlns:a="http://schemas.openxmlformats.org/drawingml/2006/main" prst="roundRect">
            <a:avLst>
              <a:gd name="adj" fmla="val 20000"/>
            </a:avLst>
          </a:prstGeom>
          <a:solidFill xmlns:a="http://schemas.openxmlformats.org/drawingml/2006/main">
            <a:srgbClr val="123D76"/>
          </a:solidFill>
          <a:ln xmlns:a="http://schemas.openxmlformats.org/drawingml/2006/main" w="12383">
            <a:solidFill>
              <a:srgbClr val="58749B"/>
            </a:solidFill>
          </a:ln>
        </p:spPr>
      </p:sp>
      <p:sp>
        <p:nvSpPr>
          <p:cNvPr id="11" name="خلال 90 يومًا">
            <a:extLst xmlns:a="http://schemas.openxmlformats.org/drawingml/2006/main">
              <a:ext uri="{FF2B5EF4-FFF2-40B4-BE49-F238E27FC236}">
                <a16:creationId xmlns:a16="http://schemas.microsoft.com/office/drawing/2014/main" id="{3A14120B-FFDA-490F-A80B-B6D9A4876D4B}"/>
              </a:ext>
            </a:extLst>
          </p:cNvPr>
          <p:cNvSpPr>
            <a:spLocks xmlns:a="http://schemas.openxmlformats.org/drawingml/2006/main" noGrp="1"/>
          </p:cNvSpPr>
          <p:nvPr/>
        </p:nvSpPr>
        <p:spPr>
          <a:xfrm xmlns:a="http://schemas.openxmlformats.org/drawingml/2006/main">
            <a:off x="5095875" y="1951673"/>
            <a:ext cx="1809750"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1350" b="1">
                <a:solidFill>
                  <a:srgbClr val="FFFFFF"/>
                </a:solidFill>
                <a:latin typeface="IBM Plex Sans Arabic"/>
                <a:ea typeface="IBM Plex Sans Arabic"/>
                <a:cs typeface="IBM Plex Sans Arabic"/>
              </a:defRPr>
            </a:pPr>
            <a:r>
              <a:rPr sz="1350" b="1">
                <a:solidFill>
                  <a:srgbClr val="FFFFFF"/>
                </a:solidFill>
                <a:latin typeface="IBM Plex Sans Arabic"/>
                <a:ea typeface="IBM Plex Sans Arabic"/>
                <a:cs typeface="IBM Plex Sans Arabic"/>
              </a:rPr>
              <a:t>خلال 90 يومًا</a:t>
            </a:r>
          </a:p>
        </p:txBody>
      </p:sp>
      <p:sp>
        <p:nvSpPr>
          <p:cNvPr id="12" name="تجربة وقياس">
            <a:extLst xmlns:a="http://schemas.openxmlformats.org/drawingml/2006/main">
              <a:ext uri="{FF2B5EF4-FFF2-40B4-BE49-F238E27FC236}">
                <a16:creationId xmlns:a16="http://schemas.microsoft.com/office/drawing/2014/main" id="{6A14C05D-E5D2-478F-AF67-26C78BA662F8}"/>
              </a:ext>
            </a:extLst>
          </p:cNvPr>
          <p:cNvSpPr>
            <a:spLocks xmlns:a="http://schemas.openxmlformats.org/drawingml/2006/main" noGrp="1"/>
          </p:cNvSpPr>
          <p:nvPr/>
        </p:nvSpPr>
        <p:spPr>
          <a:xfrm xmlns:a="http://schemas.openxmlformats.org/drawingml/2006/main">
            <a:off x="4524375" y="2514600"/>
            <a:ext cx="295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2250" b="1">
                <a:solidFill>
                  <a:srgbClr val="C8A04C"/>
                </a:solidFill>
                <a:latin typeface="IBM Plex Sans Arabic"/>
                <a:ea typeface="IBM Plex Sans Arabic"/>
                <a:cs typeface="IBM Plex Sans Arabic"/>
              </a:defRPr>
            </a:pPr>
            <a:r>
              <a:rPr sz="2250" b="1">
                <a:solidFill>
                  <a:srgbClr val="C8A04C"/>
                </a:solidFill>
                <a:latin typeface="IBM Plex Sans Arabic"/>
                <a:ea typeface="IBM Plex Sans Arabic"/>
                <a:cs typeface="IBM Plex Sans Arabic"/>
              </a:rPr>
              <a:t>تجربة وقياس</a:t>
            </a:r>
          </a:p>
        </p:txBody>
      </p:sp>
      <p:sp>
        <p:nvSpPr>
          <p:cNvPr id="13" name="استخدام فعلي&#10;تقرير أثر&#10;واختبار استعداد الدفع">
            <a:extLst xmlns:a="http://schemas.openxmlformats.org/drawingml/2006/main">
              <a:ext uri="{FF2B5EF4-FFF2-40B4-BE49-F238E27FC236}">
                <a16:creationId xmlns:a16="http://schemas.microsoft.com/office/drawing/2014/main" id="{D5FA5046-8D7A-4CB2-8C97-71F5F43BAD95}"/>
              </a:ext>
            </a:extLst>
          </p:cNvPr>
          <p:cNvSpPr>
            <a:spLocks xmlns:a="http://schemas.openxmlformats.org/drawingml/2006/main" noGrp="1"/>
          </p:cNvSpPr>
          <p:nvPr/>
        </p:nvSpPr>
        <p:spPr>
          <a:xfrm xmlns:a="http://schemas.openxmlformats.org/drawingml/2006/main">
            <a:off x="4572000" y="3209925"/>
            <a:ext cx="2857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1800" b="1">
                <a:solidFill>
                  <a:srgbClr val="FFFFFF"/>
                </a:solidFill>
                <a:latin typeface="IBM Plex Sans Arabic"/>
                <a:ea typeface="IBM Plex Sans Arabic"/>
                <a:cs typeface="IBM Plex Sans Arabic"/>
              </a:defRPr>
            </a:pPr>
            <a:r>
              <a:rPr sz="1800" b="1">
                <a:solidFill>
                  <a:srgbClr val="FFFFFF"/>
                </a:solidFill>
                <a:latin typeface="IBM Plex Sans Arabic"/>
                <a:ea typeface="IBM Plex Sans Arabic"/>
                <a:cs typeface="IBM Plex Sans Arabic"/>
              </a:rPr>
              <a:t>استخدام فعلي</a:t>
            </a:r>
          </a:p>
          <a:p xmlns:a="http://schemas.openxmlformats.org/drawingml/2006/main">
            <a:pPr algn="ctr">
              <a:lnSpc>
                <a:spcPct val="114000"/>
              </a:lnSpc>
              <a:buNone/>
              <a:defRPr sz="1800" b="1">
                <a:solidFill>
                  <a:srgbClr val="FFFFFF"/>
                </a:solidFill>
                <a:latin typeface="IBM Plex Sans Arabic"/>
                <a:ea typeface="IBM Plex Sans Arabic"/>
                <a:cs typeface="IBM Plex Sans Arabic"/>
              </a:defRPr>
            </a:pPr>
            <a:r>
              <a:rPr sz="1800" b="1">
                <a:solidFill>
                  <a:srgbClr val="FFFFFF"/>
                </a:solidFill>
                <a:latin typeface="IBM Plex Sans Arabic"/>
                <a:ea typeface="IBM Plex Sans Arabic"/>
                <a:cs typeface="IBM Plex Sans Arabic"/>
              </a:rPr>
              <a:t>تقرير أثر</a:t>
            </a:r>
          </a:p>
          <a:p xmlns:a="http://schemas.openxmlformats.org/drawingml/2006/main">
            <a:pPr algn="ctr">
              <a:lnSpc>
                <a:spcPct val="114000"/>
              </a:lnSpc>
              <a:buNone/>
              <a:defRPr sz="1800" b="1">
                <a:solidFill>
                  <a:srgbClr val="FFFFFF"/>
                </a:solidFill>
                <a:latin typeface="IBM Plex Sans Arabic"/>
                <a:ea typeface="IBM Plex Sans Arabic"/>
                <a:cs typeface="IBM Plex Sans Arabic"/>
              </a:defRPr>
            </a:pPr>
            <a:r>
              <a:rPr sz="1800" b="1">
                <a:solidFill>
                  <a:srgbClr val="FFFFFF"/>
                </a:solidFill>
                <a:latin typeface="IBM Plex Sans Arabic"/>
                <a:ea typeface="IBM Plex Sans Arabic"/>
                <a:cs typeface="IBM Plex Sans Arabic"/>
              </a:rPr>
              <a:t>واختبار استعداد الدفع</a:t>
            </a:r>
          </a:p>
        </p:txBody>
      </p:sp>
      <p:sp>
        <p:nvSpPr>
          <p:cNvPr id="14" name="">
            <a:extLst xmlns:a="http://schemas.openxmlformats.org/drawingml/2006/main">
              <a:ext uri="{FF2B5EF4-FFF2-40B4-BE49-F238E27FC236}">
                <a16:creationId xmlns:a16="http://schemas.microsoft.com/office/drawing/2014/main" id="{FC19375B-431B-4B9D-8508-E41B1AE91A0D}"/>
              </a:ext>
            </a:extLst>
          </p:cNvPr>
          <p:cNvSpPr>
            <a:spLocks xmlns:a="http://schemas.openxmlformats.org/drawingml/2006/main" noGrp="1"/>
          </p:cNvSpPr>
          <p:nvPr/>
        </p:nvSpPr>
        <p:spPr>
          <a:xfrm xmlns:a="http://schemas.openxmlformats.org/drawingml/2006/main">
            <a:off x="523875" y="1724025"/>
            <a:ext cx="3333750" cy="3028950"/>
          </a:xfrm>
          <a:prstGeom xmlns:a="http://schemas.openxmlformats.org/drawingml/2006/main" prst="roundRect">
            <a:avLst>
              <a:gd name="adj" fmla="val 2516"/>
            </a:avLst>
          </a:prstGeom>
          <a:solidFill xmlns:a="http://schemas.openxmlformats.org/drawingml/2006/main">
            <a:srgbClr val="123D76"/>
          </a:solidFill>
          <a:ln xmlns:a="http://schemas.openxmlformats.org/drawingml/2006/main" w="12383">
            <a:solidFill>
              <a:srgbClr val="58749B"/>
            </a:solidFill>
          </a:ln>
        </p:spPr>
      </p:sp>
      <p:sp>
        <p:nvSpPr>
          <p:cNvPr id="15" name="">
            <a:extLst xmlns:a="http://schemas.openxmlformats.org/drawingml/2006/main">
              <a:ext uri="{FF2B5EF4-FFF2-40B4-BE49-F238E27FC236}">
                <a16:creationId xmlns:a16="http://schemas.microsoft.com/office/drawing/2014/main" id="{2C30B071-37FF-47A5-A8AC-5210172E6D1B}"/>
              </a:ext>
            </a:extLst>
          </p:cNvPr>
          <p:cNvSpPr>
            <a:spLocks xmlns:a="http://schemas.openxmlformats.org/drawingml/2006/main" noGrp="1"/>
          </p:cNvSpPr>
          <p:nvPr/>
        </p:nvSpPr>
        <p:spPr>
          <a:xfrm xmlns:a="http://schemas.openxmlformats.org/drawingml/2006/main">
            <a:off x="1190625" y="1924050"/>
            <a:ext cx="2000250" cy="381000"/>
          </a:xfrm>
          <a:prstGeom xmlns:a="http://schemas.openxmlformats.org/drawingml/2006/main" prst="roundRect">
            <a:avLst>
              <a:gd name="adj" fmla="val 20000"/>
            </a:avLst>
          </a:prstGeom>
          <a:solidFill xmlns:a="http://schemas.openxmlformats.org/drawingml/2006/main">
            <a:srgbClr val="123D76"/>
          </a:solidFill>
          <a:ln xmlns:a="http://schemas.openxmlformats.org/drawingml/2006/main" w="12383">
            <a:solidFill>
              <a:srgbClr val="58749B"/>
            </a:solidFill>
          </a:ln>
        </p:spPr>
      </p:sp>
      <p:sp>
        <p:nvSpPr>
          <p:cNvPr id="16" name="خلال 12 شهرًا">
            <a:extLst xmlns:a="http://schemas.openxmlformats.org/drawingml/2006/main">
              <a:ext uri="{FF2B5EF4-FFF2-40B4-BE49-F238E27FC236}">
                <a16:creationId xmlns:a16="http://schemas.microsoft.com/office/drawing/2014/main" id="{DB05A443-5614-4DCD-8180-E6946E331EDC}"/>
              </a:ext>
            </a:extLst>
          </p:cNvPr>
          <p:cNvSpPr>
            <a:spLocks xmlns:a="http://schemas.openxmlformats.org/drawingml/2006/main" noGrp="1"/>
          </p:cNvSpPr>
          <p:nvPr/>
        </p:nvSpPr>
        <p:spPr>
          <a:xfrm xmlns:a="http://schemas.openxmlformats.org/drawingml/2006/main">
            <a:off x="1285875" y="1951673"/>
            <a:ext cx="1809750"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1350" b="1">
                <a:solidFill>
                  <a:srgbClr val="FFFFFF"/>
                </a:solidFill>
                <a:latin typeface="IBM Plex Sans Arabic"/>
                <a:ea typeface="IBM Plex Sans Arabic"/>
                <a:cs typeface="IBM Plex Sans Arabic"/>
              </a:defRPr>
            </a:pPr>
            <a:r>
              <a:rPr sz="1350" b="1">
                <a:solidFill>
                  <a:srgbClr val="FFFFFF"/>
                </a:solidFill>
                <a:latin typeface="IBM Plex Sans Arabic"/>
                <a:ea typeface="IBM Plex Sans Arabic"/>
                <a:cs typeface="IBM Plex Sans Arabic"/>
              </a:rPr>
              <a:t>خلال 12 شهرًا</a:t>
            </a:r>
          </a:p>
        </p:txBody>
      </p:sp>
      <p:sp>
        <p:nvSpPr>
          <p:cNvPr id="17" name="تعادل مفترض">
            <a:extLst xmlns:a="http://schemas.openxmlformats.org/drawingml/2006/main">
              <a:ext uri="{FF2B5EF4-FFF2-40B4-BE49-F238E27FC236}">
                <a16:creationId xmlns:a16="http://schemas.microsoft.com/office/drawing/2014/main" id="{3D461399-DAE3-4698-AED2-47D84D08DD7C}"/>
              </a:ext>
            </a:extLst>
          </p:cNvPr>
          <p:cNvSpPr>
            <a:spLocks xmlns:a="http://schemas.openxmlformats.org/drawingml/2006/main" noGrp="1"/>
          </p:cNvSpPr>
          <p:nvPr/>
        </p:nvSpPr>
        <p:spPr>
          <a:xfrm xmlns:a="http://schemas.openxmlformats.org/drawingml/2006/main">
            <a:off x="714375" y="2514600"/>
            <a:ext cx="295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2250" b="1">
                <a:solidFill>
                  <a:srgbClr val="C8A04C"/>
                </a:solidFill>
                <a:latin typeface="IBM Plex Sans Arabic"/>
                <a:ea typeface="IBM Plex Sans Arabic"/>
                <a:cs typeface="IBM Plex Sans Arabic"/>
              </a:defRPr>
            </a:pPr>
            <a:r>
              <a:rPr sz="2250" b="1">
                <a:solidFill>
                  <a:srgbClr val="C8A04C"/>
                </a:solidFill>
                <a:latin typeface="IBM Plex Sans Arabic"/>
                <a:ea typeface="IBM Plex Sans Arabic"/>
                <a:cs typeface="IBM Plex Sans Arabic"/>
              </a:rPr>
              <a:t>تعادل مفترض</a:t>
            </a:r>
          </a:p>
        </p:txBody>
      </p:sp>
      <p:sp>
        <p:nvSpPr>
          <p:cNvPr id="18" name="13 مؤسسة&#10;1,950 مقعدًا ممولًا&#10;+ 300 طالب تجارب">
            <a:extLst xmlns:a="http://schemas.openxmlformats.org/drawingml/2006/main">
              <a:ext uri="{FF2B5EF4-FFF2-40B4-BE49-F238E27FC236}">
                <a16:creationId xmlns:a16="http://schemas.microsoft.com/office/drawing/2014/main" id="{8148A840-B2AB-4009-8B48-E2E52B59C006}"/>
              </a:ext>
            </a:extLst>
          </p:cNvPr>
          <p:cNvSpPr>
            <a:spLocks xmlns:a="http://schemas.openxmlformats.org/drawingml/2006/main" noGrp="1"/>
          </p:cNvSpPr>
          <p:nvPr/>
        </p:nvSpPr>
        <p:spPr>
          <a:xfrm xmlns:a="http://schemas.openxmlformats.org/drawingml/2006/main">
            <a:off x="762000" y="3209925"/>
            <a:ext cx="2857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1800" b="1">
                <a:solidFill>
                  <a:srgbClr val="FFFFFF"/>
                </a:solidFill>
                <a:latin typeface="IBM Plex Sans Arabic"/>
                <a:ea typeface="IBM Plex Sans Arabic"/>
                <a:cs typeface="IBM Plex Sans Arabic"/>
              </a:defRPr>
            </a:pPr>
            <a:r>
              <a:rPr sz="1800" b="1">
                <a:solidFill>
                  <a:srgbClr val="FFFFFF"/>
                </a:solidFill>
                <a:latin typeface="IBM Plex Sans Arabic"/>
                <a:ea typeface="IBM Plex Sans Arabic"/>
                <a:cs typeface="IBM Plex Sans Arabic"/>
              </a:rPr>
              <a:t>13 مؤسسة</a:t>
            </a:r>
          </a:p>
          <a:p xmlns:a="http://schemas.openxmlformats.org/drawingml/2006/main">
            <a:pPr algn="ctr">
              <a:lnSpc>
                <a:spcPct val="114000"/>
              </a:lnSpc>
              <a:buNone/>
              <a:defRPr sz="1800" b="1">
                <a:solidFill>
                  <a:srgbClr val="FFFFFF"/>
                </a:solidFill>
                <a:latin typeface="IBM Plex Sans Arabic"/>
                <a:ea typeface="IBM Plex Sans Arabic"/>
                <a:cs typeface="IBM Plex Sans Arabic"/>
              </a:defRPr>
            </a:pPr>
            <a:r>
              <a:rPr sz="1800" b="1">
                <a:solidFill>
                  <a:srgbClr val="FFFFFF"/>
                </a:solidFill>
                <a:latin typeface="IBM Plex Sans Arabic"/>
                <a:ea typeface="IBM Plex Sans Arabic"/>
                <a:cs typeface="IBM Plex Sans Arabic"/>
              </a:rPr>
              <a:t>1,950 مقعدًا ممولًا</a:t>
            </a:r>
          </a:p>
          <a:p xmlns:a="http://schemas.openxmlformats.org/drawingml/2006/main">
            <a:pPr algn="ctr">
              <a:lnSpc>
                <a:spcPct val="114000"/>
              </a:lnSpc>
              <a:buNone/>
              <a:defRPr sz="1800" b="1">
                <a:solidFill>
                  <a:srgbClr val="FFFFFF"/>
                </a:solidFill>
                <a:latin typeface="IBM Plex Sans Arabic"/>
                <a:ea typeface="IBM Plex Sans Arabic"/>
                <a:cs typeface="IBM Plex Sans Arabic"/>
              </a:defRPr>
            </a:pPr>
            <a:r>
              <a:rPr sz="1800" b="1">
                <a:solidFill>
                  <a:srgbClr val="FFFFFF"/>
                </a:solidFill>
                <a:latin typeface="IBM Plex Sans Arabic"/>
                <a:ea typeface="IBM Plex Sans Arabic"/>
                <a:cs typeface="IBM Plex Sans Arabic"/>
              </a:rPr>
              <a:t>+ 300 طالب تجارب مجانية</a:t>
            </a:r>
          </a:p>
        </p:txBody>
      </p:sp>
      <p:sp>
        <p:nvSpPr>
          <p:cNvPr id="19" name="">
            <a:extLst xmlns:a="http://schemas.openxmlformats.org/drawingml/2006/main">
              <a:ext uri="{FF2B5EF4-FFF2-40B4-BE49-F238E27FC236}">
                <a16:creationId xmlns:a16="http://schemas.microsoft.com/office/drawing/2014/main" id="{9AE3F12D-2941-4C55-B7A3-321D87252936}"/>
              </a:ext>
            </a:extLst>
          </p:cNvPr>
          <p:cNvSpPr>
            <a:spLocks xmlns:a="http://schemas.openxmlformats.org/drawingml/2006/main" noGrp="1"/>
          </p:cNvSpPr>
          <p:nvPr/>
        </p:nvSpPr>
        <p:spPr>
          <a:xfrm xmlns:a="http://schemas.openxmlformats.org/drawingml/2006/main">
            <a:off x="1381125" y="5105400"/>
            <a:ext cx="10096500" cy="790575"/>
          </a:xfrm>
          <a:prstGeom xmlns:a="http://schemas.openxmlformats.org/drawingml/2006/main" prst="roundRect">
            <a:avLst>
              <a:gd name="adj" fmla="val 9639"/>
            </a:avLst>
          </a:prstGeom>
          <a:solidFill xmlns:a="http://schemas.openxmlformats.org/drawingml/2006/main">
            <a:srgbClr val="F3EAD7"/>
          </a:solidFill>
          <a:ln xmlns:a="http://schemas.openxmlformats.org/drawingml/2006/main" w="12383">
            <a:solidFill>
              <a:srgbClr val="DFC98F"/>
            </a:solidFill>
          </a:ln>
        </p:spPr>
      </p:sp>
      <p:sp>
        <p:nvSpPr>
          <p:cNvPr id="20" name="طلبنا من اللجنة">
            <a:extLst xmlns:a="http://schemas.openxmlformats.org/drawingml/2006/main">
              <a:ext uri="{FF2B5EF4-FFF2-40B4-BE49-F238E27FC236}">
                <a16:creationId xmlns:a16="http://schemas.microsoft.com/office/drawing/2014/main" id="{288DC4E9-96A1-4A36-B14C-3AA8C23A4F84}"/>
              </a:ext>
            </a:extLst>
          </p:cNvPr>
          <p:cNvSpPr>
            <a:spLocks xmlns:a="http://schemas.openxmlformats.org/drawingml/2006/main" noGrp="1"/>
          </p:cNvSpPr>
          <p:nvPr/>
        </p:nvSpPr>
        <p:spPr>
          <a:xfrm xmlns:a="http://schemas.openxmlformats.org/drawingml/2006/main">
            <a:off x="9048750" y="5219700"/>
            <a:ext cx="2143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14000"/>
              </a:lnSpc>
              <a:buNone/>
              <a:defRPr sz="1800" b="1">
                <a:solidFill>
                  <a:srgbClr val="013070"/>
                </a:solidFill>
                <a:latin typeface="IBM Plex Sans Arabic"/>
                <a:ea typeface="IBM Plex Sans Arabic"/>
                <a:cs typeface="IBM Plex Sans Arabic"/>
              </a:defRPr>
            </a:pPr>
            <a:r>
              <a:rPr sz="1800" b="1">
                <a:solidFill>
                  <a:srgbClr val="013070"/>
                </a:solidFill>
                <a:latin typeface="IBM Plex Sans Arabic"/>
                <a:ea typeface="IBM Plex Sans Arabic"/>
                <a:cs typeface="IBM Plex Sans Arabic"/>
              </a:rPr>
              <a:t>طلبنا من اللجنة</a:t>
            </a:r>
          </a:p>
        </p:txBody>
      </p:sp>
      <p:sp>
        <p:nvSpPr>
          <p:cNvPr id="21" name="3 مدارس ومرشدون  +  قناة بيانات تعليمية  +  ت">
            <a:extLst xmlns:a="http://schemas.openxmlformats.org/drawingml/2006/main">
              <a:ext uri="{FF2B5EF4-FFF2-40B4-BE49-F238E27FC236}">
                <a16:creationId xmlns:a16="http://schemas.microsoft.com/office/drawing/2014/main" id="{E3ECA62C-3A0B-49E8-A946-3F828C626C6E}"/>
              </a:ext>
            </a:extLst>
          </p:cNvPr>
          <p:cNvSpPr>
            <a:spLocks xmlns:a="http://schemas.openxmlformats.org/drawingml/2006/main" noGrp="1"/>
          </p:cNvSpPr>
          <p:nvPr/>
        </p:nvSpPr>
        <p:spPr>
          <a:xfrm xmlns:a="http://schemas.openxmlformats.org/drawingml/2006/main">
            <a:off x="1714500" y="5219700"/>
            <a:ext cx="700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14000"/>
              </a:lnSpc>
              <a:buNone/>
              <a:defRPr sz="1875" b="1">
                <a:solidFill>
                  <a:srgbClr val="013070"/>
                </a:solidFill>
                <a:latin typeface="IBM Plex Sans Arabic"/>
                <a:ea typeface="IBM Plex Sans Arabic"/>
                <a:cs typeface="IBM Plex Sans Arabic"/>
              </a:defRPr>
            </a:pPr>
            <a:r>
              <a:rPr sz="1875" b="1">
                <a:solidFill>
                  <a:srgbClr val="013070"/>
                </a:solidFill>
                <a:latin typeface="IBM Plex Sans Arabic"/>
                <a:ea typeface="IBM Plex Sans Arabic"/>
                <a:cs typeface="IBM Plex Sans Arabic"/>
              </a:rPr>
              <a:t>3 مدارس ومرشدون  +  قناة بيانات تعليمية  +  تقرير أثر</a:t>
            </a:r>
          </a:p>
        </p:txBody>
      </p:sp>
      <p:sp>
        <p:nvSpPr>
          <p:cNvPr id="22" name="الإيراد يمول تحديث البيانات ودعم المرشد وقياس">
            <a:extLst xmlns:a="http://schemas.openxmlformats.org/drawingml/2006/main">
              <a:ext uri="{FF2B5EF4-FFF2-40B4-BE49-F238E27FC236}">
                <a16:creationId xmlns:a16="http://schemas.microsoft.com/office/drawing/2014/main" id="{6F5C1A3F-A753-4F4C-BB79-E02E24DB67FB}"/>
              </a:ext>
            </a:extLst>
          </p:cNvPr>
          <p:cNvSpPr>
            <a:spLocks xmlns:a="http://schemas.openxmlformats.org/drawingml/2006/main" noGrp="1"/>
          </p:cNvSpPr>
          <p:nvPr/>
        </p:nvSpPr>
        <p:spPr>
          <a:xfrm xmlns:a="http://schemas.openxmlformats.org/drawingml/2006/main">
            <a:off x="1381125" y="6035993"/>
            <a:ext cx="10096500" cy="3105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1425" b="0">
                <a:solidFill>
                  <a:srgbClr val="D1DEED"/>
                </a:solidFill>
                <a:latin typeface="IBM Plex Sans Arabic"/>
                <a:ea typeface="IBM Plex Sans Arabic"/>
                <a:cs typeface="IBM Plex Sans Arabic"/>
              </a:defRPr>
            </a:pPr>
            <a:r>
              <a:rPr sz="1425" b="0">
                <a:solidFill>
                  <a:srgbClr val="D1DEED"/>
                </a:solidFill>
                <a:latin typeface="IBM Plex Sans Arabic"/>
                <a:ea typeface="IBM Plex Sans Arabic"/>
                <a:cs typeface="IBM Plex Sans Arabic"/>
              </a:rPr>
              <a:t>الإيراد يمول تحديث البيانات ودعم المرشد وقياس الأثر</a:t>
            </a:r>
          </a:p>
        </p:txBody>
      </p:sp>
    </p:spTree>
    <p:extLst>
      <p:ext uri="{BB962C8B-B14F-4D97-AF65-F5344CB8AC3E}">
        <p14:creationId xmlns:p14="http://schemas.microsoft.com/office/powerpoint/2010/main" val="1531944274"/>
      </p:ext>
    </p:extLst>
  </p:cSld>
</p:sld>
</file>

<file path=ppt/slides/slide1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0d268e17b6a844c4"/>
          <a:stretch xmlns:a="http://schemas.openxmlformats.org/drawingml/2006/main"/>
        </p:blipFill>
        <p:spPr>
          <a:xfrm xmlns:a="http://schemas.openxmlformats.org/drawingml/2006/main">
            <a:off x="11125200" y="400050"/>
            <a:ext cx="552450" cy="552450"/>
          </a:xfrm>
          <a:prstGeom xmlns:a="http://schemas.openxmlformats.org/drawingml/2006/main" prst="rect">
            <a:avLst/>
          </a:prstGeom>
        </p:spPr>
      </p:pic>
      <p:sp>
        <p:nvSpPr>
          <p:cNvPr id="2" name="Vcoders: مسؤوليات واضحة وملكية مشتركة">
            <a:extLst xmlns:a="http://schemas.openxmlformats.org/drawingml/2006/main">
              <a:ext uri="{FF2B5EF4-FFF2-40B4-BE49-F238E27FC236}">
                <a16:creationId xmlns:a16="http://schemas.microsoft.com/office/drawing/2014/main" id="{2FCECC98-7A2D-4B2C-9AA5-EC3E30C4DDDF}"/>
              </a:ext>
            </a:extLst>
          </p:cNvPr>
          <p:cNvSpPr>
            <a:spLocks xmlns:a="http://schemas.openxmlformats.org/drawingml/2006/main" noGrp="1"/>
          </p:cNvSpPr>
          <p:nvPr/>
        </p:nvSpPr>
        <p:spPr>
          <a:xfrm xmlns:a="http://schemas.openxmlformats.org/drawingml/2006/main">
            <a:off x="571500" y="476250"/>
            <a:ext cx="1028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14000"/>
              </a:lnSpc>
              <a:buNone/>
              <a:defRPr sz="3000" b="1">
                <a:solidFill>
                  <a:srgbClr val="013070"/>
                </a:solidFill>
                <a:latin typeface="IBM Plex Sans Arabic"/>
                <a:ea typeface="IBM Plex Sans Arabic"/>
                <a:cs typeface="IBM Plex Sans Arabic"/>
              </a:defRPr>
            </a:pPr>
            <a:r>
              <a:rPr sz="3000" b="1">
                <a:solidFill>
                  <a:srgbClr val="013070"/>
                </a:solidFill>
                <a:latin typeface="IBM Plex Sans Arabic"/>
                <a:ea typeface="IBM Plex Sans Arabic"/>
                <a:cs typeface="IBM Plex Sans Arabic"/>
              </a:rPr>
              <a:t>Vcoders: مسؤوليات واضحة وملكية مشتركة</a:t>
            </a:r>
          </a:p>
        </p:txBody>
      </p:sp>
      <p:sp>
        <p:nvSpPr>
          <p:cNvPr id="3" name="11">
            <a:extLst xmlns:a="http://schemas.openxmlformats.org/drawingml/2006/main">
              <a:ext uri="{FF2B5EF4-FFF2-40B4-BE49-F238E27FC236}">
                <a16:creationId xmlns:a16="http://schemas.microsoft.com/office/drawing/2014/main" id="{6DC3817C-CD67-4D81-B23A-01E8462298F0}"/>
              </a:ext>
            </a:extLst>
          </p:cNvPr>
          <p:cNvSpPr>
            <a:spLocks xmlns:a="http://schemas.openxmlformats.org/drawingml/2006/main" noGrp="1"/>
          </p:cNvSpPr>
          <p:nvPr/>
        </p:nvSpPr>
        <p:spPr>
          <a:xfrm xmlns:a="http://schemas.openxmlformats.org/drawingml/2006/main">
            <a:off x="571500" y="6376035"/>
            <a:ext cx="619125"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14000"/>
              </a:lnSpc>
              <a:buNone/>
              <a:defRPr sz="1350" b="0">
                <a:solidFill>
                  <a:srgbClr val="53657C"/>
                </a:solidFill>
                <a:latin typeface="IBM Plex Sans Arabic"/>
                <a:ea typeface="IBM Plex Sans Arabic"/>
                <a:cs typeface="IBM Plex Sans Arabic"/>
              </a:defRPr>
            </a:pPr>
            <a:r>
              <a:rPr sz="1350" b="0">
                <a:solidFill>
                  <a:srgbClr val="53657C"/>
                </a:solidFill>
                <a:latin typeface="IBM Plex Sans Arabic"/>
                <a:ea typeface="IBM Plex Sans Arabic"/>
                <a:cs typeface="IBM Plex Sans Arabic"/>
              </a:rPr>
              <a:t>11</a:t>
            </a:r>
          </a:p>
        </p:txBody>
      </p:sp>
      <p:sp>
        <p:nvSpPr>
          <p:cNvPr id="4" name="عبد الرحمن&#10;الهيموني">
            <a:extLst xmlns:a="http://schemas.openxmlformats.org/drawingml/2006/main">
              <a:ext uri="{FF2B5EF4-FFF2-40B4-BE49-F238E27FC236}">
                <a16:creationId xmlns:a16="http://schemas.microsoft.com/office/drawing/2014/main" id="{BC00DB19-83C6-4061-BA9B-65B9DD5A4C4A}"/>
              </a:ext>
            </a:extLst>
          </p:cNvPr>
          <p:cNvSpPr>
            <a:spLocks xmlns:a="http://schemas.openxmlformats.org/drawingml/2006/main" noGrp="1"/>
          </p:cNvSpPr>
          <p:nvPr/>
        </p:nvSpPr>
        <p:spPr>
          <a:xfrm xmlns:a="http://schemas.openxmlformats.org/drawingml/2006/main">
            <a:off x="8229600" y="2000250"/>
            <a:ext cx="3238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2775" b="1">
                <a:solidFill>
                  <a:srgbClr val="013070"/>
                </a:solidFill>
                <a:latin typeface="IBM Plex Sans Arabic"/>
                <a:ea typeface="IBM Plex Sans Arabic"/>
                <a:cs typeface="IBM Plex Sans Arabic"/>
              </a:defRPr>
            </a:pPr>
            <a:r>
              <a:rPr sz="2775" b="1">
                <a:solidFill>
                  <a:srgbClr val="013070"/>
                </a:solidFill>
                <a:latin typeface="IBM Plex Sans Arabic"/>
                <a:ea typeface="IBM Plex Sans Arabic"/>
                <a:cs typeface="IBM Plex Sans Arabic"/>
              </a:rPr>
              <a:t>عبد الرحمن</a:t>
            </a:r>
          </a:p>
          <a:p xmlns:a="http://schemas.openxmlformats.org/drawingml/2006/main">
            <a:pPr algn="ctr">
              <a:lnSpc>
                <a:spcPct val="114000"/>
              </a:lnSpc>
              <a:buNone/>
              <a:defRPr sz="2775" b="1">
                <a:solidFill>
                  <a:srgbClr val="013070"/>
                </a:solidFill>
                <a:latin typeface="IBM Plex Sans Arabic"/>
                <a:ea typeface="IBM Plex Sans Arabic"/>
                <a:cs typeface="IBM Plex Sans Arabic"/>
              </a:defRPr>
            </a:pPr>
            <a:r>
              <a:rPr sz="2775" b="1">
                <a:solidFill>
                  <a:srgbClr val="013070"/>
                </a:solidFill>
                <a:latin typeface="IBM Plex Sans Arabic"/>
                <a:ea typeface="IBM Plex Sans Arabic"/>
                <a:cs typeface="IBM Plex Sans Arabic"/>
              </a:rPr>
              <a:t>الهيموني</a:t>
            </a:r>
          </a:p>
        </p:txBody>
      </p:sp>
      <p:sp>
        <p:nvSpPr>
          <p:cNvPr id="5" name="قيادة الفريق">
            <a:extLst xmlns:a="http://schemas.openxmlformats.org/drawingml/2006/main">
              <a:ext uri="{FF2B5EF4-FFF2-40B4-BE49-F238E27FC236}">
                <a16:creationId xmlns:a16="http://schemas.microsoft.com/office/drawing/2014/main" id="{4CC429B2-6347-4206-A43C-BF98A5AD6401}"/>
              </a:ext>
            </a:extLst>
          </p:cNvPr>
          <p:cNvSpPr>
            <a:spLocks xmlns:a="http://schemas.openxmlformats.org/drawingml/2006/main" noGrp="1"/>
          </p:cNvSpPr>
          <p:nvPr/>
        </p:nvSpPr>
        <p:spPr>
          <a:xfrm xmlns:a="http://schemas.openxmlformats.org/drawingml/2006/main">
            <a:off x="8229600" y="3371850"/>
            <a:ext cx="3238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2175" b="1">
                <a:solidFill>
                  <a:srgbClr val="C8A04C"/>
                </a:solidFill>
                <a:latin typeface="IBM Plex Sans Arabic"/>
                <a:ea typeface="IBM Plex Sans Arabic"/>
                <a:cs typeface="IBM Plex Sans Arabic"/>
              </a:defRPr>
            </a:pPr>
            <a:r>
              <a:rPr sz="2175" b="1">
                <a:solidFill>
                  <a:srgbClr val="C8A04C"/>
                </a:solidFill>
                <a:latin typeface="IBM Plex Sans Arabic"/>
                <a:ea typeface="IBM Plex Sans Arabic"/>
                <a:cs typeface="IBM Plex Sans Arabic"/>
              </a:rPr>
              <a:t>قيادة الفريق</a:t>
            </a:r>
          </a:p>
        </p:txBody>
      </p:sp>
      <p:sp>
        <p:nvSpPr>
          <p:cNvPr id="6" name="منطق التطبيق والبيانات&#10;والاختبار">
            <a:extLst xmlns:a="http://schemas.openxmlformats.org/drawingml/2006/main">
              <a:ext uri="{FF2B5EF4-FFF2-40B4-BE49-F238E27FC236}">
                <a16:creationId xmlns:a16="http://schemas.microsoft.com/office/drawing/2014/main" id="{5A64038E-7595-4BD6-8D92-376CBA68630E}"/>
              </a:ext>
            </a:extLst>
          </p:cNvPr>
          <p:cNvSpPr>
            <a:spLocks xmlns:a="http://schemas.openxmlformats.org/drawingml/2006/main" noGrp="1"/>
          </p:cNvSpPr>
          <p:nvPr/>
        </p:nvSpPr>
        <p:spPr>
          <a:xfrm xmlns:a="http://schemas.openxmlformats.org/drawingml/2006/main">
            <a:off x="8229600" y="4057650"/>
            <a:ext cx="3238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1950" b="0">
                <a:solidFill>
                  <a:srgbClr val="53657C"/>
                </a:solidFill>
                <a:latin typeface="IBM Plex Sans Arabic"/>
                <a:ea typeface="IBM Plex Sans Arabic"/>
                <a:cs typeface="IBM Plex Sans Arabic"/>
              </a:defRPr>
            </a:pPr>
            <a:r>
              <a:rPr sz="1950" b="0">
                <a:solidFill>
                  <a:srgbClr val="53657C"/>
                </a:solidFill>
                <a:latin typeface="IBM Plex Sans Arabic"/>
                <a:ea typeface="IBM Plex Sans Arabic"/>
                <a:cs typeface="IBM Plex Sans Arabic"/>
              </a:rPr>
              <a:t>منطق التطبيق والبيانات</a:t>
            </a:r>
          </a:p>
          <a:p xmlns:a="http://schemas.openxmlformats.org/drawingml/2006/main">
            <a:pPr algn="ctr">
              <a:lnSpc>
                <a:spcPct val="114000"/>
              </a:lnSpc>
              <a:buNone/>
              <a:defRPr sz="1950" b="0">
                <a:solidFill>
                  <a:srgbClr val="53657C"/>
                </a:solidFill>
                <a:latin typeface="IBM Plex Sans Arabic"/>
                <a:ea typeface="IBM Plex Sans Arabic"/>
                <a:cs typeface="IBM Plex Sans Arabic"/>
              </a:defRPr>
            </a:pPr>
            <a:r>
              <a:rPr sz="1950" b="0">
                <a:solidFill>
                  <a:srgbClr val="53657C"/>
                </a:solidFill>
                <a:latin typeface="IBM Plex Sans Arabic"/>
                <a:ea typeface="IBM Plex Sans Arabic"/>
                <a:cs typeface="IBM Plex Sans Arabic"/>
              </a:rPr>
              <a:t>والاختبار</a:t>
            </a:r>
          </a:p>
        </p:txBody>
      </p:sp>
      <p:sp>
        <p:nvSpPr>
          <p:cNvPr id="7" name="عبد الرحمن&#10;الكردي">
            <a:extLst xmlns:a="http://schemas.openxmlformats.org/drawingml/2006/main">
              <a:ext uri="{FF2B5EF4-FFF2-40B4-BE49-F238E27FC236}">
                <a16:creationId xmlns:a16="http://schemas.microsoft.com/office/drawing/2014/main" id="{A249D096-C747-4525-B1CA-80C8CC7B8CA7}"/>
              </a:ext>
            </a:extLst>
          </p:cNvPr>
          <p:cNvSpPr>
            <a:spLocks xmlns:a="http://schemas.openxmlformats.org/drawingml/2006/main" noGrp="1"/>
          </p:cNvSpPr>
          <p:nvPr/>
        </p:nvSpPr>
        <p:spPr>
          <a:xfrm xmlns:a="http://schemas.openxmlformats.org/drawingml/2006/main">
            <a:off x="4429125" y="2000250"/>
            <a:ext cx="3238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2775" b="1">
                <a:solidFill>
                  <a:srgbClr val="013070"/>
                </a:solidFill>
                <a:latin typeface="IBM Plex Sans Arabic"/>
                <a:ea typeface="IBM Plex Sans Arabic"/>
                <a:cs typeface="IBM Plex Sans Arabic"/>
              </a:defRPr>
            </a:pPr>
            <a:r>
              <a:rPr sz="2775" b="1">
                <a:solidFill>
                  <a:srgbClr val="013070"/>
                </a:solidFill>
                <a:latin typeface="IBM Plex Sans Arabic"/>
                <a:ea typeface="IBM Plex Sans Arabic"/>
                <a:cs typeface="IBM Plex Sans Arabic"/>
              </a:rPr>
              <a:t>عبد الرحمن</a:t>
            </a:r>
          </a:p>
          <a:p xmlns:a="http://schemas.openxmlformats.org/drawingml/2006/main">
            <a:pPr algn="ctr">
              <a:lnSpc>
                <a:spcPct val="114000"/>
              </a:lnSpc>
              <a:buNone/>
              <a:defRPr sz="2775" b="1">
                <a:solidFill>
                  <a:srgbClr val="013070"/>
                </a:solidFill>
                <a:latin typeface="IBM Plex Sans Arabic"/>
                <a:ea typeface="IBM Plex Sans Arabic"/>
                <a:cs typeface="IBM Plex Sans Arabic"/>
              </a:defRPr>
            </a:pPr>
            <a:r>
              <a:rPr sz="2775" b="1">
                <a:solidFill>
                  <a:srgbClr val="013070"/>
                </a:solidFill>
                <a:latin typeface="IBM Plex Sans Arabic"/>
                <a:ea typeface="IBM Plex Sans Arabic"/>
                <a:cs typeface="IBM Plex Sans Arabic"/>
              </a:rPr>
              <a:t>الكردي</a:t>
            </a:r>
          </a:p>
        </p:txBody>
      </p:sp>
      <p:sp>
        <p:nvSpPr>
          <p:cNvPr id="8" name="تجربة المستخدم">
            <a:extLst xmlns:a="http://schemas.openxmlformats.org/drawingml/2006/main">
              <a:ext uri="{FF2B5EF4-FFF2-40B4-BE49-F238E27FC236}">
                <a16:creationId xmlns:a16="http://schemas.microsoft.com/office/drawing/2014/main" id="{2FF07E5B-8298-4CEA-B926-0DF4BA72F9F6}"/>
              </a:ext>
            </a:extLst>
          </p:cNvPr>
          <p:cNvSpPr>
            <a:spLocks xmlns:a="http://schemas.openxmlformats.org/drawingml/2006/main" noGrp="1"/>
          </p:cNvSpPr>
          <p:nvPr/>
        </p:nvSpPr>
        <p:spPr>
          <a:xfrm xmlns:a="http://schemas.openxmlformats.org/drawingml/2006/main">
            <a:off x="4429125" y="3371850"/>
            <a:ext cx="3238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2175" b="1">
                <a:solidFill>
                  <a:srgbClr val="C8A04C"/>
                </a:solidFill>
                <a:latin typeface="IBM Plex Sans Arabic"/>
                <a:ea typeface="IBM Plex Sans Arabic"/>
                <a:cs typeface="IBM Plex Sans Arabic"/>
              </a:defRPr>
            </a:pPr>
            <a:r>
              <a:rPr sz="2175" b="1">
                <a:solidFill>
                  <a:srgbClr val="C8A04C"/>
                </a:solidFill>
                <a:latin typeface="IBM Plex Sans Arabic"/>
                <a:ea typeface="IBM Plex Sans Arabic"/>
                <a:cs typeface="IBM Plex Sans Arabic"/>
              </a:rPr>
              <a:t>تجربة المستخدم</a:t>
            </a:r>
          </a:p>
        </p:txBody>
      </p:sp>
      <p:sp>
        <p:nvSpPr>
          <p:cNvPr id="9" name="الهوية البصرية&#10;وتنظيم رحلة الطالب">
            <a:extLst xmlns:a="http://schemas.openxmlformats.org/drawingml/2006/main">
              <a:ext uri="{FF2B5EF4-FFF2-40B4-BE49-F238E27FC236}">
                <a16:creationId xmlns:a16="http://schemas.microsoft.com/office/drawing/2014/main" id="{5AC3C595-31D5-4AC7-860C-3C1B89803606}"/>
              </a:ext>
            </a:extLst>
          </p:cNvPr>
          <p:cNvSpPr>
            <a:spLocks xmlns:a="http://schemas.openxmlformats.org/drawingml/2006/main" noGrp="1"/>
          </p:cNvSpPr>
          <p:nvPr/>
        </p:nvSpPr>
        <p:spPr>
          <a:xfrm xmlns:a="http://schemas.openxmlformats.org/drawingml/2006/main">
            <a:off x="4429125" y="4057650"/>
            <a:ext cx="3238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1950" b="0">
                <a:solidFill>
                  <a:srgbClr val="53657C"/>
                </a:solidFill>
                <a:latin typeface="IBM Plex Sans Arabic"/>
                <a:ea typeface="IBM Plex Sans Arabic"/>
                <a:cs typeface="IBM Plex Sans Arabic"/>
              </a:defRPr>
            </a:pPr>
            <a:r>
              <a:rPr sz="1950" b="0">
                <a:solidFill>
                  <a:srgbClr val="53657C"/>
                </a:solidFill>
                <a:latin typeface="IBM Plex Sans Arabic"/>
                <a:ea typeface="IBM Plex Sans Arabic"/>
                <a:cs typeface="IBM Plex Sans Arabic"/>
              </a:rPr>
              <a:t>الهوية البصرية</a:t>
            </a:r>
          </a:p>
          <a:p xmlns:a="http://schemas.openxmlformats.org/drawingml/2006/main">
            <a:pPr algn="ctr">
              <a:lnSpc>
                <a:spcPct val="114000"/>
              </a:lnSpc>
              <a:buNone/>
              <a:defRPr sz="1950" b="0">
                <a:solidFill>
                  <a:srgbClr val="53657C"/>
                </a:solidFill>
                <a:latin typeface="IBM Plex Sans Arabic"/>
                <a:ea typeface="IBM Plex Sans Arabic"/>
                <a:cs typeface="IBM Plex Sans Arabic"/>
              </a:defRPr>
            </a:pPr>
            <a:r>
              <a:rPr sz="1950" b="0">
                <a:solidFill>
                  <a:srgbClr val="53657C"/>
                </a:solidFill>
                <a:latin typeface="IBM Plex Sans Arabic"/>
                <a:ea typeface="IBM Plex Sans Arabic"/>
                <a:cs typeface="IBM Plex Sans Arabic"/>
              </a:rPr>
              <a:t>وتنظيم رحلة الطالب</a:t>
            </a:r>
          </a:p>
        </p:txBody>
      </p:sp>
      <p:sp>
        <p:nvSpPr>
          <p:cNvPr id="10" name="زيد&#10;أبو الشعر">
            <a:extLst xmlns:a="http://schemas.openxmlformats.org/drawingml/2006/main">
              <a:ext uri="{FF2B5EF4-FFF2-40B4-BE49-F238E27FC236}">
                <a16:creationId xmlns:a16="http://schemas.microsoft.com/office/drawing/2014/main" id="{C63120C3-249A-48CA-870A-1D4A2DAD2E93}"/>
              </a:ext>
            </a:extLst>
          </p:cNvPr>
          <p:cNvSpPr>
            <a:spLocks xmlns:a="http://schemas.openxmlformats.org/drawingml/2006/main" noGrp="1"/>
          </p:cNvSpPr>
          <p:nvPr/>
        </p:nvSpPr>
        <p:spPr>
          <a:xfrm xmlns:a="http://schemas.openxmlformats.org/drawingml/2006/main">
            <a:off x="571500" y="2000250"/>
            <a:ext cx="3238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2775" b="1">
                <a:solidFill>
                  <a:srgbClr val="013070"/>
                </a:solidFill>
                <a:latin typeface="IBM Plex Sans Arabic"/>
                <a:ea typeface="IBM Plex Sans Arabic"/>
                <a:cs typeface="IBM Plex Sans Arabic"/>
              </a:defRPr>
            </a:pPr>
            <a:r>
              <a:rPr sz="2775" b="1">
                <a:solidFill>
                  <a:srgbClr val="013070"/>
                </a:solidFill>
                <a:latin typeface="IBM Plex Sans Arabic"/>
                <a:ea typeface="IBM Plex Sans Arabic"/>
                <a:cs typeface="IBM Plex Sans Arabic"/>
              </a:rPr>
              <a:t>زيد</a:t>
            </a:r>
          </a:p>
          <a:p xmlns:a="http://schemas.openxmlformats.org/drawingml/2006/main">
            <a:pPr algn="ctr">
              <a:lnSpc>
                <a:spcPct val="114000"/>
              </a:lnSpc>
              <a:buNone/>
              <a:defRPr sz="2775" b="1">
                <a:solidFill>
                  <a:srgbClr val="013070"/>
                </a:solidFill>
                <a:latin typeface="IBM Plex Sans Arabic"/>
                <a:ea typeface="IBM Plex Sans Arabic"/>
                <a:cs typeface="IBM Plex Sans Arabic"/>
              </a:defRPr>
            </a:pPr>
            <a:r>
              <a:rPr sz="2775" b="1">
                <a:solidFill>
                  <a:srgbClr val="013070"/>
                </a:solidFill>
                <a:latin typeface="IBM Plex Sans Arabic"/>
                <a:ea typeface="IBM Plex Sans Arabic"/>
                <a:cs typeface="IBM Plex Sans Arabic"/>
              </a:rPr>
              <a:t>أبو الشعر</a:t>
            </a:r>
          </a:p>
        </p:txBody>
      </p:sp>
      <p:sp>
        <p:nvSpPr>
          <p:cNvPr id="11" name="تنفيذ الواجهات">
            <a:extLst xmlns:a="http://schemas.openxmlformats.org/drawingml/2006/main">
              <a:ext uri="{FF2B5EF4-FFF2-40B4-BE49-F238E27FC236}">
                <a16:creationId xmlns:a16="http://schemas.microsoft.com/office/drawing/2014/main" id="{C478EF4D-94A0-4913-B195-92C0B89811F9}"/>
              </a:ext>
            </a:extLst>
          </p:cNvPr>
          <p:cNvSpPr>
            <a:spLocks xmlns:a="http://schemas.openxmlformats.org/drawingml/2006/main" noGrp="1"/>
          </p:cNvSpPr>
          <p:nvPr/>
        </p:nvSpPr>
        <p:spPr>
          <a:xfrm xmlns:a="http://schemas.openxmlformats.org/drawingml/2006/main">
            <a:off x="571500" y="3371850"/>
            <a:ext cx="3238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2175" b="1">
                <a:solidFill>
                  <a:srgbClr val="C8A04C"/>
                </a:solidFill>
                <a:latin typeface="IBM Plex Sans Arabic"/>
                <a:ea typeface="IBM Plex Sans Arabic"/>
                <a:cs typeface="IBM Plex Sans Arabic"/>
              </a:defRPr>
            </a:pPr>
            <a:r>
              <a:rPr sz="2175" b="1">
                <a:solidFill>
                  <a:srgbClr val="C8A04C"/>
                </a:solidFill>
                <a:latin typeface="IBM Plex Sans Arabic"/>
                <a:ea typeface="IBM Plex Sans Arabic"/>
                <a:cs typeface="IBM Plex Sans Arabic"/>
              </a:rPr>
              <a:t>تنفيذ الواجهات</a:t>
            </a:r>
          </a:p>
        </p:txBody>
      </p:sp>
      <p:sp>
        <p:nvSpPr>
          <p:cNvPr id="12" name="تحويل التصميم&#10;إلى تجربة قابلة للاستخدام">
            <a:extLst xmlns:a="http://schemas.openxmlformats.org/drawingml/2006/main">
              <a:ext uri="{FF2B5EF4-FFF2-40B4-BE49-F238E27FC236}">
                <a16:creationId xmlns:a16="http://schemas.microsoft.com/office/drawing/2014/main" id="{8BE9368F-5500-406F-97DF-ED2F9D344BA7}"/>
              </a:ext>
            </a:extLst>
          </p:cNvPr>
          <p:cNvSpPr>
            <a:spLocks xmlns:a="http://schemas.openxmlformats.org/drawingml/2006/main" noGrp="1"/>
          </p:cNvSpPr>
          <p:nvPr/>
        </p:nvSpPr>
        <p:spPr>
          <a:xfrm xmlns:a="http://schemas.openxmlformats.org/drawingml/2006/main">
            <a:off x="571500" y="4057650"/>
            <a:ext cx="3238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1950" b="0">
                <a:solidFill>
                  <a:srgbClr val="53657C"/>
                </a:solidFill>
                <a:latin typeface="IBM Plex Sans Arabic"/>
                <a:ea typeface="IBM Plex Sans Arabic"/>
                <a:cs typeface="IBM Plex Sans Arabic"/>
              </a:defRPr>
            </a:pPr>
            <a:r>
              <a:rPr sz="1950" b="0">
                <a:solidFill>
                  <a:srgbClr val="53657C"/>
                </a:solidFill>
                <a:latin typeface="IBM Plex Sans Arabic"/>
                <a:ea typeface="IBM Plex Sans Arabic"/>
                <a:cs typeface="IBM Plex Sans Arabic"/>
              </a:rPr>
              <a:t>تحويل التصميم</a:t>
            </a:r>
          </a:p>
          <a:p xmlns:a="http://schemas.openxmlformats.org/drawingml/2006/main">
            <a:pPr algn="ctr">
              <a:lnSpc>
                <a:spcPct val="114000"/>
              </a:lnSpc>
              <a:buNone/>
              <a:defRPr sz="1950" b="0">
                <a:solidFill>
                  <a:srgbClr val="53657C"/>
                </a:solidFill>
                <a:latin typeface="IBM Plex Sans Arabic"/>
                <a:ea typeface="IBM Plex Sans Arabic"/>
                <a:cs typeface="IBM Plex Sans Arabic"/>
              </a:defRPr>
            </a:pPr>
            <a:r>
              <a:rPr sz="1950" b="0">
                <a:solidFill>
                  <a:srgbClr val="53657C"/>
                </a:solidFill>
                <a:latin typeface="IBM Plex Sans Arabic"/>
                <a:ea typeface="IBM Plex Sans Arabic"/>
                <a:cs typeface="IBM Plex Sans Arabic"/>
              </a:rPr>
              <a:t>إلى تجربة قابلة للاستخدام</a:t>
            </a:r>
          </a:p>
        </p:txBody>
      </p:sp>
      <p:sp>
        <p:nvSpPr>
          <p:cNvPr id="13" name="">
            <a:extLst xmlns:a="http://schemas.openxmlformats.org/drawingml/2006/main">
              <a:ext uri="{FF2B5EF4-FFF2-40B4-BE49-F238E27FC236}">
                <a16:creationId xmlns:a16="http://schemas.microsoft.com/office/drawing/2014/main" id="{EE6D17AC-EB0A-4A40-8E09-035EB5D299FF}"/>
              </a:ext>
            </a:extLst>
          </p:cNvPr>
          <p:cNvSpPr>
            <a:spLocks xmlns:a="http://schemas.openxmlformats.org/drawingml/2006/main" noGrp="1"/>
          </p:cNvSpPr>
          <p:nvPr/>
        </p:nvSpPr>
        <p:spPr>
          <a:xfrm xmlns:a="http://schemas.openxmlformats.org/drawingml/2006/main">
            <a:off x="1381125" y="5581650"/>
            <a:ext cx="10096500" cy="685800"/>
          </a:xfrm>
          <a:prstGeom xmlns:a="http://schemas.openxmlformats.org/drawingml/2006/main" prst="roundRect">
            <a:avLst>
              <a:gd name="adj" fmla="val 11111"/>
            </a:avLst>
          </a:prstGeom>
          <a:solidFill xmlns:a="http://schemas.openxmlformats.org/drawingml/2006/main">
            <a:srgbClr val="F3EAD7"/>
          </a:solidFill>
          <a:ln xmlns:a="http://schemas.openxmlformats.org/drawingml/2006/main" w="12383">
            <a:solidFill>
              <a:srgbClr val="DFC98F"/>
            </a:solidFill>
          </a:ln>
        </p:spPr>
      </p:sp>
      <p:sp>
        <p:nvSpPr>
          <p:cNvPr id="14" name="مراجعة مشتركة">
            <a:extLst xmlns:a="http://schemas.openxmlformats.org/drawingml/2006/main">
              <a:ext uri="{FF2B5EF4-FFF2-40B4-BE49-F238E27FC236}">
                <a16:creationId xmlns:a16="http://schemas.microsoft.com/office/drawing/2014/main" id="{F0C91502-EE95-4883-98D6-5CDD2209445B}"/>
              </a:ext>
            </a:extLst>
          </p:cNvPr>
          <p:cNvSpPr>
            <a:spLocks xmlns:a="http://schemas.openxmlformats.org/drawingml/2006/main" noGrp="1"/>
          </p:cNvSpPr>
          <p:nvPr/>
        </p:nvSpPr>
        <p:spPr>
          <a:xfrm xmlns:a="http://schemas.openxmlformats.org/drawingml/2006/main">
            <a:off x="1524000" y="5705475"/>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1650" b="1">
                <a:solidFill>
                  <a:srgbClr val="013070"/>
                </a:solidFill>
                <a:latin typeface="IBM Plex Sans Arabic"/>
                <a:ea typeface="IBM Plex Sans Arabic"/>
                <a:cs typeface="IBM Plex Sans Arabic"/>
              </a:defRPr>
            </a:pPr>
            <a:r>
              <a:rPr sz="1650" b="1">
                <a:solidFill>
                  <a:srgbClr val="013070"/>
                </a:solidFill>
                <a:latin typeface="IBM Plex Sans Arabic"/>
                <a:ea typeface="IBM Plex Sans Arabic"/>
                <a:cs typeface="IBM Plex Sans Arabic"/>
              </a:rPr>
              <a:t>مراجعة مشتركة</a:t>
            </a:r>
          </a:p>
        </p:txBody>
      </p:sp>
      <p:sp>
        <p:nvSpPr>
          <p:cNvPr id="15" name="←">
            <a:extLst xmlns:a="http://schemas.openxmlformats.org/drawingml/2006/main">
              <a:ext uri="{FF2B5EF4-FFF2-40B4-BE49-F238E27FC236}">
                <a16:creationId xmlns:a16="http://schemas.microsoft.com/office/drawing/2014/main" id="{16C5C903-E69E-4B8C-A565-580068C4C41A}"/>
              </a:ext>
            </a:extLst>
          </p:cNvPr>
          <p:cNvSpPr>
            <a:spLocks xmlns:a="http://schemas.openxmlformats.org/drawingml/2006/main" noGrp="1"/>
          </p:cNvSpPr>
          <p:nvPr/>
        </p:nvSpPr>
        <p:spPr>
          <a:xfrm xmlns:a="http://schemas.openxmlformats.org/drawingml/2006/main">
            <a:off x="3476625" y="5705475"/>
            <a:ext cx="47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1875" b="1">
                <a:solidFill>
                  <a:srgbClr val="C8A04C"/>
                </a:solidFill>
                <a:latin typeface="IBM Plex Sans Arabic"/>
                <a:ea typeface="IBM Plex Sans Arabic"/>
                <a:cs typeface="IBM Plex Sans Arabic"/>
              </a:defRPr>
            </a:pPr>
            <a:r>
              <a:rPr sz="1875" b="1">
                <a:solidFill>
                  <a:srgbClr val="C8A04C"/>
                </a:solidFill>
                <a:latin typeface="IBM Plex Sans Arabic"/>
                <a:ea typeface="IBM Plex Sans Arabic"/>
                <a:cs typeface="IBM Plex Sans Arabic"/>
              </a:rPr>
              <a:t>←</a:t>
            </a:r>
          </a:p>
        </p:txBody>
      </p:sp>
      <p:sp>
        <p:nvSpPr>
          <p:cNvPr id="16" name="واجهة عاملة">
            <a:extLst xmlns:a="http://schemas.openxmlformats.org/drawingml/2006/main">
              <a:ext uri="{FF2B5EF4-FFF2-40B4-BE49-F238E27FC236}">
                <a16:creationId xmlns:a16="http://schemas.microsoft.com/office/drawing/2014/main" id="{4D8999BA-3879-4FC4-B101-864DE128611C}"/>
              </a:ext>
            </a:extLst>
          </p:cNvPr>
          <p:cNvSpPr>
            <a:spLocks xmlns:a="http://schemas.openxmlformats.org/drawingml/2006/main" noGrp="1"/>
          </p:cNvSpPr>
          <p:nvPr/>
        </p:nvSpPr>
        <p:spPr>
          <a:xfrm xmlns:a="http://schemas.openxmlformats.org/drawingml/2006/main">
            <a:off x="4095750" y="5705475"/>
            <a:ext cx="190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1650" b="1">
                <a:solidFill>
                  <a:srgbClr val="013070"/>
                </a:solidFill>
                <a:latin typeface="IBM Plex Sans Arabic"/>
                <a:ea typeface="IBM Plex Sans Arabic"/>
                <a:cs typeface="IBM Plex Sans Arabic"/>
              </a:defRPr>
            </a:pPr>
            <a:r>
              <a:rPr sz="1650" b="1">
                <a:solidFill>
                  <a:srgbClr val="013070"/>
                </a:solidFill>
                <a:latin typeface="IBM Plex Sans Arabic"/>
                <a:ea typeface="IBM Plex Sans Arabic"/>
                <a:cs typeface="IBM Plex Sans Arabic"/>
              </a:rPr>
              <a:t>واجهة عاملة</a:t>
            </a:r>
          </a:p>
        </p:txBody>
      </p:sp>
      <p:sp>
        <p:nvSpPr>
          <p:cNvPr id="17" name="←">
            <a:extLst xmlns:a="http://schemas.openxmlformats.org/drawingml/2006/main">
              <a:ext uri="{FF2B5EF4-FFF2-40B4-BE49-F238E27FC236}">
                <a16:creationId xmlns:a16="http://schemas.microsoft.com/office/drawing/2014/main" id="{CC203F5A-AFFE-4CEF-9CB3-1DB349144D31}"/>
              </a:ext>
            </a:extLst>
          </p:cNvPr>
          <p:cNvSpPr>
            <a:spLocks xmlns:a="http://schemas.openxmlformats.org/drawingml/2006/main" noGrp="1"/>
          </p:cNvSpPr>
          <p:nvPr/>
        </p:nvSpPr>
        <p:spPr>
          <a:xfrm xmlns:a="http://schemas.openxmlformats.org/drawingml/2006/main">
            <a:off x="6143625" y="5705475"/>
            <a:ext cx="47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1875" b="1">
                <a:solidFill>
                  <a:srgbClr val="C8A04C"/>
                </a:solidFill>
                <a:latin typeface="IBM Plex Sans Arabic"/>
                <a:ea typeface="IBM Plex Sans Arabic"/>
                <a:cs typeface="IBM Plex Sans Arabic"/>
              </a:defRPr>
            </a:pPr>
            <a:r>
              <a:rPr sz="1875" b="1">
                <a:solidFill>
                  <a:srgbClr val="C8A04C"/>
                </a:solidFill>
                <a:latin typeface="IBM Plex Sans Arabic"/>
                <a:ea typeface="IBM Plex Sans Arabic"/>
                <a:cs typeface="IBM Plex Sans Arabic"/>
              </a:rPr>
              <a:t>←</a:t>
            </a:r>
          </a:p>
        </p:txBody>
      </p:sp>
      <p:sp>
        <p:nvSpPr>
          <p:cNvPr id="18" name="رحلة مفهومة">
            <a:extLst xmlns:a="http://schemas.openxmlformats.org/drawingml/2006/main">
              <a:ext uri="{FF2B5EF4-FFF2-40B4-BE49-F238E27FC236}">
                <a16:creationId xmlns:a16="http://schemas.microsoft.com/office/drawing/2014/main" id="{22C750AA-55AB-43DC-A3B4-EB105A80851D}"/>
              </a:ext>
            </a:extLst>
          </p:cNvPr>
          <p:cNvSpPr>
            <a:spLocks xmlns:a="http://schemas.openxmlformats.org/drawingml/2006/main" noGrp="1"/>
          </p:cNvSpPr>
          <p:nvPr/>
        </p:nvSpPr>
        <p:spPr>
          <a:xfrm xmlns:a="http://schemas.openxmlformats.org/drawingml/2006/main">
            <a:off x="6762750" y="5705475"/>
            <a:ext cx="190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1650" b="1">
                <a:solidFill>
                  <a:srgbClr val="013070"/>
                </a:solidFill>
                <a:latin typeface="IBM Plex Sans Arabic"/>
                <a:ea typeface="IBM Plex Sans Arabic"/>
                <a:cs typeface="IBM Plex Sans Arabic"/>
              </a:defRPr>
            </a:pPr>
            <a:r>
              <a:rPr sz="1650" b="1">
                <a:solidFill>
                  <a:srgbClr val="013070"/>
                </a:solidFill>
                <a:latin typeface="IBM Plex Sans Arabic"/>
                <a:ea typeface="IBM Plex Sans Arabic"/>
                <a:cs typeface="IBM Plex Sans Arabic"/>
              </a:rPr>
              <a:t>رحلة مفهومة</a:t>
            </a:r>
          </a:p>
        </p:txBody>
      </p:sp>
      <p:sp>
        <p:nvSpPr>
          <p:cNvPr id="19" name="←">
            <a:extLst xmlns:a="http://schemas.openxmlformats.org/drawingml/2006/main">
              <a:ext uri="{FF2B5EF4-FFF2-40B4-BE49-F238E27FC236}">
                <a16:creationId xmlns:a16="http://schemas.microsoft.com/office/drawing/2014/main" id="{18A7F4C7-B9C0-456B-A301-6DF609B85F4F}"/>
              </a:ext>
            </a:extLst>
          </p:cNvPr>
          <p:cNvSpPr>
            <a:spLocks xmlns:a="http://schemas.openxmlformats.org/drawingml/2006/main" noGrp="1"/>
          </p:cNvSpPr>
          <p:nvPr/>
        </p:nvSpPr>
        <p:spPr>
          <a:xfrm xmlns:a="http://schemas.openxmlformats.org/drawingml/2006/main">
            <a:off x="8810625" y="5705475"/>
            <a:ext cx="47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1875" b="1">
                <a:solidFill>
                  <a:srgbClr val="C8A04C"/>
                </a:solidFill>
                <a:latin typeface="IBM Plex Sans Arabic"/>
                <a:ea typeface="IBM Plex Sans Arabic"/>
                <a:cs typeface="IBM Plex Sans Arabic"/>
              </a:defRPr>
            </a:pPr>
            <a:r>
              <a:rPr sz="1875" b="1">
                <a:solidFill>
                  <a:srgbClr val="C8A04C"/>
                </a:solidFill>
                <a:latin typeface="IBM Plex Sans Arabic"/>
                <a:ea typeface="IBM Plex Sans Arabic"/>
                <a:cs typeface="IBM Plex Sans Arabic"/>
              </a:rPr>
              <a:t>←</a:t>
            </a:r>
          </a:p>
        </p:txBody>
      </p:sp>
      <p:sp>
        <p:nvSpPr>
          <p:cNvPr id="20" name="بيانات صحيحة">
            <a:extLst xmlns:a="http://schemas.openxmlformats.org/drawingml/2006/main">
              <a:ext uri="{FF2B5EF4-FFF2-40B4-BE49-F238E27FC236}">
                <a16:creationId xmlns:a16="http://schemas.microsoft.com/office/drawing/2014/main" id="{F40AD557-AD85-432D-9593-33F59FEBE74D}"/>
              </a:ext>
            </a:extLst>
          </p:cNvPr>
          <p:cNvSpPr>
            <a:spLocks xmlns:a="http://schemas.openxmlformats.org/drawingml/2006/main" noGrp="1"/>
          </p:cNvSpPr>
          <p:nvPr/>
        </p:nvSpPr>
        <p:spPr>
          <a:xfrm xmlns:a="http://schemas.openxmlformats.org/drawingml/2006/main">
            <a:off x="9429750" y="5705475"/>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1650" b="1">
                <a:solidFill>
                  <a:srgbClr val="013070"/>
                </a:solidFill>
                <a:latin typeface="IBM Plex Sans Arabic"/>
                <a:ea typeface="IBM Plex Sans Arabic"/>
                <a:cs typeface="IBM Plex Sans Arabic"/>
              </a:defRPr>
            </a:pPr>
            <a:r>
              <a:rPr sz="1650" b="1">
                <a:solidFill>
                  <a:srgbClr val="013070"/>
                </a:solidFill>
                <a:latin typeface="IBM Plex Sans Arabic"/>
                <a:ea typeface="IBM Plex Sans Arabic"/>
                <a:cs typeface="IBM Plex Sans Arabic"/>
              </a:rPr>
              <a:t>بيانات صحيحة</a:t>
            </a:r>
          </a:p>
        </p:txBody>
      </p:sp>
    </p:spTree>
    <p:extLst>
      <p:ext uri="{BB962C8B-B14F-4D97-AF65-F5344CB8AC3E}">
        <p14:creationId xmlns:p14="http://schemas.microsoft.com/office/powerpoint/2010/main" val="1200962792"/>
      </p:ext>
    </p:extLst>
  </p:cSld>
</p:sld>
</file>

<file path=ppt/slides/slide12.xml><?xml version="1.0" encoding="utf-8"?>
<p:sld xmlns:p="http://schemas.openxmlformats.org/presentationml/2006/main">
  <p:cSld>
    <p:bg>
      <p:bgPr>
        <a:solidFill xmlns:a="http://schemas.openxmlformats.org/drawingml/2006/main">
          <a:srgbClr val="011F4D"/>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0f5926cf037b498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df63a9a9f23451d"/>
          <a:stretch xmlns:a="http://schemas.openxmlformats.org/drawingml/2006/main"/>
        </p:blipFill>
        <p:spPr>
          <a:xfrm xmlns:a="http://schemas.openxmlformats.org/drawingml/2006/main">
            <a:off x="10353675" y="552450"/>
            <a:ext cx="1123950" cy="1123950"/>
          </a:xfrm>
          <a:prstGeom xmlns:a="http://schemas.openxmlformats.org/drawingml/2006/main" prst="rect">
            <a:avLst/>
          </a:prstGeom>
        </p:spPr>
      </p:pic>
      <p:sp>
        <p:nvSpPr>
          <p:cNvPr id="3" name="قبل أن يلتزم الطالب لسنوات،">
            <a:extLst xmlns:a="http://schemas.openxmlformats.org/drawingml/2006/main">
              <a:ext uri="{FF2B5EF4-FFF2-40B4-BE49-F238E27FC236}">
                <a16:creationId xmlns:a16="http://schemas.microsoft.com/office/drawing/2014/main" id="{B6648F07-D7CA-4F06-94C3-D516065A16A3}"/>
              </a:ext>
            </a:extLst>
          </p:cNvPr>
          <p:cNvSpPr>
            <a:spLocks xmlns:a="http://schemas.openxmlformats.org/drawingml/2006/main" noGrp="1"/>
          </p:cNvSpPr>
          <p:nvPr/>
        </p:nvSpPr>
        <p:spPr>
          <a:xfrm xmlns:a="http://schemas.openxmlformats.org/drawingml/2006/main">
            <a:off x="5572125" y="1724025"/>
            <a:ext cx="5905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14000"/>
              </a:lnSpc>
              <a:buNone/>
              <a:defRPr sz="2925" b="1">
                <a:solidFill>
                  <a:srgbClr val="C8A04C"/>
                </a:solidFill>
                <a:latin typeface="IBM Plex Sans Arabic"/>
                <a:ea typeface="IBM Plex Sans Arabic"/>
                <a:cs typeface="IBM Plex Sans Arabic"/>
              </a:defRPr>
            </a:pPr>
            <a:r>
              <a:rPr sz="2925" b="1">
                <a:solidFill>
                  <a:srgbClr val="C8A04C"/>
                </a:solidFill>
                <a:latin typeface="IBM Plex Sans Arabic"/>
                <a:ea typeface="IBM Plex Sans Arabic"/>
                <a:cs typeface="IBM Plex Sans Arabic"/>
              </a:rPr>
              <a:t>قبل أن يلتزم الطالب لسنوات،</a:t>
            </a:r>
          </a:p>
        </p:txBody>
      </p:sp>
      <p:sp>
        <p:nvSpPr>
          <p:cNvPr id="4" name="يرى الملاءمة والقبول والكلفة والسوق&#10;في قرار و">
            <a:extLst xmlns:a="http://schemas.openxmlformats.org/drawingml/2006/main">
              <a:ext uri="{FF2B5EF4-FFF2-40B4-BE49-F238E27FC236}">
                <a16:creationId xmlns:a16="http://schemas.microsoft.com/office/drawing/2014/main" id="{3B5BD3A6-BAB0-41DE-BBE5-17D0D310F11D}"/>
              </a:ext>
            </a:extLst>
          </p:cNvPr>
          <p:cNvSpPr>
            <a:spLocks xmlns:a="http://schemas.openxmlformats.org/drawingml/2006/main" noGrp="1"/>
          </p:cNvSpPr>
          <p:nvPr/>
        </p:nvSpPr>
        <p:spPr>
          <a:xfrm xmlns:a="http://schemas.openxmlformats.org/drawingml/2006/main">
            <a:off x="4905375" y="2400300"/>
            <a:ext cx="65722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14000"/>
              </a:lnSpc>
              <a:buNone/>
              <a:defRPr sz="3825" b="1">
                <a:solidFill>
                  <a:srgbClr val="FFFFFF"/>
                </a:solidFill>
                <a:latin typeface="IBM Plex Sans Arabic"/>
                <a:ea typeface="IBM Plex Sans Arabic"/>
                <a:cs typeface="IBM Plex Sans Arabic"/>
              </a:defRPr>
            </a:pPr>
            <a:r>
              <a:rPr sz="3825" b="1">
                <a:solidFill>
                  <a:srgbClr val="FFFFFF"/>
                </a:solidFill>
                <a:latin typeface="IBM Plex Sans Arabic"/>
                <a:ea typeface="IBM Plex Sans Arabic"/>
                <a:cs typeface="IBM Plex Sans Arabic"/>
              </a:rPr>
              <a:t>يرى الملاءمة والقبول والكلفة والسوق</a:t>
            </a:r>
          </a:p>
          <a:p xmlns:a="http://schemas.openxmlformats.org/drawingml/2006/main">
            <a:pPr algn="r">
              <a:lnSpc>
                <a:spcPct val="114000"/>
              </a:lnSpc>
              <a:buNone/>
              <a:defRPr sz="3825" b="1">
                <a:solidFill>
                  <a:srgbClr val="FFFFFF"/>
                </a:solidFill>
                <a:latin typeface="IBM Plex Sans Arabic"/>
                <a:ea typeface="IBM Plex Sans Arabic"/>
                <a:cs typeface="IBM Plex Sans Arabic"/>
              </a:defRPr>
            </a:pPr>
            <a:r>
              <a:rPr sz="3825" b="1">
                <a:solidFill>
                  <a:srgbClr val="FFFFFF"/>
                </a:solidFill>
                <a:latin typeface="IBM Plex Sans Arabic"/>
                <a:ea typeface="IBM Plex Sans Arabic"/>
                <a:cs typeface="IBM Plex Sans Arabic"/>
              </a:rPr>
              <a:t>في قرار واحد يمكن تفسيره.</a:t>
            </a:r>
          </a:p>
        </p:txBody>
      </p:sp>
      <p:sp>
        <p:nvSpPr>
          <p:cNvPr id="5" name="">
            <a:extLst xmlns:a="http://schemas.openxmlformats.org/drawingml/2006/main">
              <a:ext uri="{FF2B5EF4-FFF2-40B4-BE49-F238E27FC236}">
                <a16:creationId xmlns:a16="http://schemas.microsoft.com/office/drawing/2014/main" id="{05E9A54F-14EF-474B-B585-C8615F7D9DF8}"/>
              </a:ext>
            </a:extLst>
          </p:cNvPr>
          <p:cNvSpPr>
            <a:spLocks xmlns:a="http://schemas.openxmlformats.org/drawingml/2006/main" noGrp="1"/>
          </p:cNvSpPr>
          <p:nvPr/>
        </p:nvSpPr>
        <p:spPr>
          <a:xfrm xmlns:a="http://schemas.openxmlformats.org/drawingml/2006/main">
            <a:off x="6334125" y="4324350"/>
            <a:ext cx="5143500" cy="628650"/>
          </a:xfrm>
          <a:prstGeom xmlns:a="http://schemas.openxmlformats.org/drawingml/2006/main" prst="roundRect">
            <a:avLst>
              <a:gd name="adj" fmla="val 12121"/>
            </a:avLst>
          </a:prstGeom>
          <a:solidFill xmlns:a="http://schemas.openxmlformats.org/drawingml/2006/main">
            <a:srgbClr val="F3EAD7"/>
          </a:solidFill>
          <a:ln xmlns:a="http://schemas.openxmlformats.org/drawingml/2006/main" w="12383">
            <a:solidFill>
              <a:srgbClr val="DFC98F"/>
            </a:solidFill>
          </a:ln>
        </p:spPr>
      </p:sp>
      <p:sp>
        <p:nvSpPr>
          <p:cNvPr id="6" name="هل نبدأ التجربة؟">
            <a:extLst xmlns:a="http://schemas.openxmlformats.org/drawingml/2006/main">
              <a:ext uri="{FF2B5EF4-FFF2-40B4-BE49-F238E27FC236}">
                <a16:creationId xmlns:a16="http://schemas.microsoft.com/office/drawing/2014/main" id="{F392D957-EE55-4453-9EF5-637BF02915C1}"/>
              </a:ext>
            </a:extLst>
          </p:cNvPr>
          <p:cNvSpPr>
            <a:spLocks xmlns:a="http://schemas.openxmlformats.org/drawingml/2006/main" noGrp="1"/>
          </p:cNvSpPr>
          <p:nvPr/>
        </p:nvSpPr>
        <p:spPr>
          <a:xfrm xmlns:a="http://schemas.openxmlformats.org/drawingml/2006/main">
            <a:off x="6524625" y="4400550"/>
            <a:ext cx="4762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14000"/>
              </a:lnSpc>
              <a:buNone/>
              <a:defRPr sz="2250" b="1">
                <a:solidFill>
                  <a:srgbClr val="013070"/>
                </a:solidFill>
                <a:latin typeface="IBM Plex Sans Arabic"/>
                <a:ea typeface="IBM Plex Sans Arabic"/>
                <a:cs typeface="IBM Plex Sans Arabic"/>
              </a:defRPr>
            </a:pPr>
            <a:r>
              <a:rPr sz="2250" b="1">
                <a:solidFill>
                  <a:srgbClr val="013070"/>
                </a:solidFill>
                <a:latin typeface="IBM Plex Sans Arabic"/>
                <a:ea typeface="IBM Plex Sans Arabic"/>
                <a:cs typeface="IBM Plex Sans Arabic"/>
              </a:rPr>
              <a:t>هل نبدأ التجربة؟</a:t>
            </a:r>
          </a:p>
        </p:txBody>
      </p:sp>
      <p:sp>
        <p:nvSpPr>
          <p:cNvPr id="7" name="مُرشِدي  •  Vcoders">
            <a:extLst xmlns:a="http://schemas.openxmlformats.org/drawingml/2006/main">
              <a:ext uri="{FF2B5EF4-FFF2-40B4-BE49-F238E27FC236}">
                <a16:creationId xmlns:a16="http://schemas.microsoft.com/office/drawing/2014/main" id="{3084EB36-20AE-4246-8D94-DA9704F9253F}"/>
              </a:ext>
            </a:extLst>
          </p:cNvPr>
          <p:cNvSpPr>
            <a:spLocks xmlns:a="http://schemas.openxmlformats.org/drawingml/2006/main" noGrp="1"/>
          </p:cNvSpPr>
          <p:nvPr/>
        </p:nvSpPr>
        <p:spPr>
          <a:xfrm xmlns:a="http://schemas.openxmlformats.org/drawingml/2006/main">
            <a:off x="6858000" y="5391150"/>
            <a:ext cx="4619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14000"/>
              </a:lnSpc>
              <a:buNone/>
              <a:defRPr sz="2250" b="1">
                <a:solidFill>
                  <a:srgbClr val="D1DEED"/>
                </a:solidFill>
                <a:latin typeface="IBM Plex Sans Arabic"/>
                <a:ea typeface="IBM Plex Sans Arabic"/>
                <a:cs typeface="IBM Plex Sans Arabic"/>
              </a:defRPr>
            </a:pPr>
            <a:r>
              <a:rPr sz="2250" b="1">
                <a:solidFill>
                  <a:srgbClr val="D1DEED"/>
                </a:solidFill>
                <a:latin typeface="IBM Plex Sans Arabic"/>
                <a:ea typeface="IBM Plex Sans Arabic"/>
                <a:cs typeface="IBM Plex Sans Arabic"/>
              </a:rPr>
              <a:t>مُرشِدي  •  Vcoders</a:t>
            </a:r>
          </a:p>
        </p:txBody>
      </p:sp>
      <p:sp>
        <p:nvSpPr>
          <p:cNvPr id="8" name="شكرًا لكم">
            <a:extLst xmlns:a="http://schemas.openxmlformats.org/drawingml/2006/main">
              <a:ext uri="{FF2B5EF4-FFF2-40B4-BE49-F238E27FC236}">
                <a16:creationId xmlns:a16="http://schemas.microsoft.com/office/drawing/2014/main" id="{78A60DC9-F078-44B2-B385-76B74C3E637A}"/>
              </a:ext>
            </a:extLst>
          </p:cNvPr>
          <p:cNvSpPr>
            <a:spLocks xmlns:a="http://schemas.openxmlformats.org/drawingml/2006/main" noGrp="1"/>
          </p:cNvSpPr>
          <p:nvPr/>
        </p:nvSpPr>
        <p:spPr>
          <a:xfrm xmlns:a="http://schemas.openxmlformats.org/drawingml/2006/main">
            <a:off x="8858250" y="5942648"/>
            <a:ext cx="2619375" cy="3638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14000"/>
              </a:lnSpc>
              <a:buNone/>
              <a:defRPr sz="1725" b="0">
                <a:solidFill>
                  <a:srgbClr val="FFFFFF"/>
                </a:solidFill>
                <a:latin typeface="IBM Plex Sans Arabic"/>
                <a:ea typeface="IBM Plex Sans Arabic"/>
                <a:cs typeface="IBM Plex Sans Arabic"/>
              </a:defRPr>
            </a:pPr>
            <a:r>
              <a:rPr sz="1725" b="0">
                <a:solidFill>
                  <a:srgbClr val="FFFFFF"/>
                </a:solidFill>
                <a:latin typeface="IBM Plex Sans Arabic"/>
                <a:ea typeface="IBM Plex Sans Arabic"/>
                <a:cs typeface="IBM Plex Sans Arabic"/>
              </a:rPr>
              <a:t>شكرًا لكم</a:t>
            </a:r>
          </a:p>
        </p:txBody>
      </p:sp>
    </p:spTree>
    <p:extLst>
      <p:ext uri="{BB962C8B-B14F-4D97-AF65-F5344CB8AC3E}">
        <p14:creationId xmlns:p14="http://schemas.microsoft.com/office/powerpoint/2010/main" val="3984714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2026-09-10T22:04:14.3120000Z</dcterms:created>
  <dcterms:modified xsi:type="dcterms:W3CDTF">2026-09-10T22:04:14.3120000Z</dcterms:modified>
</coreProperties>
</file>